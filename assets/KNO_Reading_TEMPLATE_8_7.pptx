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C3ofW2Ix/jdk9JF3AAGObRqroy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pril Smith"/>
  <p:cmAuthor clrIdx="1" id="1" initials="" lastIdx="1" name="Catherine Maguir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1FB8C8-5756-4EB8-B1D3-D6DF2332B52C}">
  <a:tblStyle styleId="{4C1FB8C8-5756-4EB8-B1D3-D6DF2332B52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customschemas.google.com/relationships/presentationmetadata" Target="metadata"/><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12T14:57:12.214">
    <p:pos x="423" y="750"/>
    <p:text>@catherine@laviniagroup.org I know we discussed AI generating icons for each word but I worry that the generated icons will not be on brand and hard to audit for correctness, etc. If icons are required, I would suggest something simple like this! (Just a recommendation, take it or leave it) :)
_Reassigned to catherine@laviniagroup.org_</p:text>
    <p:extLst>
      <p:ext uri="{C676402C-5697-4E1C-873F-D02D1690AC5C}">
        <p15:threadingInfo timeZoneBias="0"/>
      </p:ext>
      <p:ext uri="http://customooxmlschemas.google.com/">
        <go:slidesCustomData xmlns:go="http://customooxmlschemas.google.com/" commentPostId="AAACFdgxsOU"/>
      </p:ext>
    </p:extLst>
  </p:cm>
  <p:cm authorId="1" idx="1" dt="2026-08-12T14:57:12.214">
    <p:pos x="423" y="750"/>
    <p:text>Thanks, April! I think we're hoping to simplify toward icons but there's a chance they are going to be small images—we have to see what we are able to generate for the vocab words. For pedagogical purposes, they need to be illustrative of the definition so we will make a decision accordingly but keep continuity and consistency top of mind! @april.smith@k12coalition.com
_Reassigned to april.smith@k12coalition.com_</p:text>
    <p:extLst>
      <p:ext uri="{C676402C-5697-4E1C-873F-D02D1690AC5C}">
        <p15:threadingInfo timeZoneBias="0">
          <p15:parentCm authorId="0" idx="1"/>
        </p15:threadingInfo>
      </p:ext>
      <p:ext uri="http://customooxmlschemas.google.com/">
        <go:slidesCustomData xmlns:go="http://customooxmlschemas.google.com/" commentPostId="AAACFiVr-xU"/>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f692b189cf_2_38:notes"/>
          <p:cNvSpPr/>
          <p:nvPr>
            <p:ph idx="2" type="sldImg"/>
          </p:nvPr>
        </p:nvSpPr>
        <p:spPr>
          <a:xfrm>
            <a:off x="1143000" y="914400"/>
            <a:ext cx="4572000" cy="4572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g3f692b189cf_2_38:notes"/>
          <p:cNvSpPr txBox="1"/>
          <p:nvPr>
            <p:ph idx="1" type="body"/>
          </p:nvPr>
        </p:nvSpPr>
        <p:spPr>
          <a:xfrm>
            <a:off x="914400" y="5791200"/>
            <a:ext cx="50292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692b189cf_2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g3f692b189cf_2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 name="Google Shape;37;g3f692b189cf_2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f692b189cf_2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g3f692b189cf_2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 name="Google Shape;48;g3f692b189cf_2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692b189cf_2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g3f692b189cf_2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 name="Google Shape;66;g3f692b189cf_2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92b189cf_2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f692b189cf_2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g3f692b189cf_2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692b189cf_2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f692b189cf_2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g3f692b189cf_2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692b189cf_2_7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692b189cf_2_7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f692b189cf_2_7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6e8a36f36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f6e8a36f36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3f6e8a36f36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692b189cf_2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f692b189cf_2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g3f692b189cf_2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692b189cf_2_7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692b189cf_2_7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3f692b189cf_2_7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692b189cf_2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f692b189cf_2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3f692b189cf_2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692b189cf_2_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f692b189cf_2_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3f692b189cf_2_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692b189cf_2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f692b189cf_2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f692b189cf_2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692b189cf_2_3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f692b189cf_2_3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3f692b189cf_2_3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692b189cf_2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f692b189cf_2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f692b189cf_2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692b189cf_2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692b189cf_2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g3f692b189cf_2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6e8a36f36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f6e8a36f36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f6e8a36f36_0_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6e8a36f36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f6e8a36f36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3f6e8a36f36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 name="Shape 10"/>
        <p:cNvGrpSpPr/>
        <p:nvPr/>
      </p:nvGrpSpPr>
      <p:grpSpPr>
        <a:xfrm>
          <a:off x="0" y="0"/>
          <a:ext cx="0" cy="0"/>
          <a:chOff x="0" y="0"/>
          <a:chExt cx="0" cy="0"/>
        </a:xfrm>
      </p:grpSpPr>
      <p:pic>
        <p:nvPicPr>
          <p:cNvPr id="11" name="Google Shape;11;g3f688a41740_0_23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12" name="Google Shape;12;g3f688a41740_0_234"/>
          <p:cNvPicPr preferRelativeResize="0"/>
          <p:nvPr/>
        </p:nvPicPr>
        <p:blipFill rotWithShape="1">
          <a:blip r:embed="rId3">
            <a:alphaModFix/>
          </a:blip>
          <a:srcRect b="0" l="0" r="0" t="58057"/>
          <a:stretch/>
        </p:blipFill>
        <p:spPr>
          <a:xfrm>
            <a:off x="0" y="2986222"/>
            <a:ext cx="9144000" cy="2157276"/>
          </a:xfrm>
          <a:prstGeom prst="rect">
            <a:avLst/>
          </a:prstGeom>
          <a:noFill/>
          <a:ln>
            <a:noFill/>
          </a:ln>
        </p:spPr>
      </p:pic>
      <p:pic>
        <p:nvPicPr>
          <p:cNvPr id="13" name="Google Shape;13;g3f688a41740_0_234" title="K12__RedThread_Lavinia_Horizontal_Color.png"/>
          <p:cNvPicPr preferRelativeResize="0"/>
          <p:nvPr/>
        </p:nvPicPr>
        <p:blipFill rotWithShape="1">
          <a:blip r:embed="rId4">
            <a:alphaModFix/>
          </a:blip>
          <a:srcRect b="5148" l="0" r="0" t="5157"/>
          <a:stretch/>
        </p:blipFill>
        <p:spPr>
          <a:xfrm>
            <a:off x="616775" y="520075"/>
            <a:ext cx="4267099" cy="2436200"/>
          </a:xfrm>
          <a:prstGeom prst="rect">
            <a:avLst/>
          </a:prstGeom>
          <a:noFill/>
          <a:ln>
            <a:noFill/>
          </a:ln>
        </p:spPr>
      </p:pic>
      <p:sp>
        <p:nvSpPr>
          <p:cNvPr id="14" name="Google Shape;14;g3f688a41740_0_234"/>
          <p:cNvSpPr txBox="1"/>
          <p:nvPr>
            <p:ph idx="1" type="subTitle"/>
          </p:nvPr>
        </p:nvSpPr>
        <p:spPr>
          <a:xfrm>
            <a:off x="5716300" y="4356250"/>
            <a:ext cx="3149400" cy="393600"/>
          </a:xfrm>
          <a:prstGeom prst="rect">
            <a:avLst/>
          </a:prstGeom>
          <a:noFill/>
          <a:ln>
            <a:noFill/>
          </a:ln>
        </p:spPr>
        <p:txBody>
          <a:bodyPr anchorCtr="0" anchor="t" bIns="0" lIns="0" spcFirstLastPara="1" rIns="0" wrap="square" tIns="0">
            <a:normAutofit/>
          </a:bodyPr>
          <a:lstStyle>
            <a:lvl1pPr lvl="0"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1pPr>
            <a:lvl2pPr lvl="1"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2pPr>
            <a:lvl3pPr lvl="2"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3pPr>
            <a:lvl4pPr lvl="3"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4pPr>
            <a:lvl5pPr lvl="4"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5pPr>
            <a:lvl6pPr lvl="5"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6pPr>
            <a:lvl7pPr lvl="6"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7pPr>
            <a:lvl8pPr lvl="7"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8pPr>
            <a:lvl9pPr lvl="8" marR="0" rtl="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9pPr>
          </a:lstStyle>
          <a:p/>
        </p:txBody>
      </p:sp>
      <p:pic>
        <p:nvPicPr>
          <p:cNvPr id="15" name="Google Shape;15;g3f688a41740_0_234"/>
          <p:cNvPicPr preferRelativeResize="0"/>
          <p:nvPr/>
        </p:nvPicPr>
        <p:blipFill rotWithShape="1">
          <a:blip r:embed="rId5">
            <a:alphaModFix/>
          </a:blip>
          <a:srcRect b="-4451" l="11817" r="25428" t="43557"/>
          <a:stretch/>
        </p:blipFill>
        <p:spPr>
          <a:xfrm>
            <a:off x="5479875" y="0"/>
            <a:ext cx="3664125" cy="3132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7" name="Shape 17"/>
        <p:cNvGrpSpPr/>
        <p:nvPr/>
      </p:nvGrpSpPr>
      <p:grpSpPr>
        <a:xfrm>
          <a:off x="0" y="0"/>
          <a:ext cx="0" cy="0"/>
          <a:chOff x="0" y="0"/>
          <a:chExt cx="0" cy="0"/>
        </a:xfrm>
      </p:grpSpPr>
      <p:sp>
        <p:nvSpPr>
          <p:cNvPr id="18" name="Google Shape;18;g3f6d127984e_0_5"/>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T Title" type="title">
  <p:cSld name="TITLE">
    <p:spTree>
      <p:nvGrpSpPr>
        <p:cNvPr id="20" name="Shape 20"/>
        <p:cNvGrpSpPr/>
        <p:nvPr/>
      </p:nvGrpSpPr>
      <p:grpSpPr>
        <a:xfrm>
          <a:off x="0" y="0"/>
          <a:ext cx="0" cy="0"/>
          <a:chOff x="0" y="0"/>
          <a:chExt cx="0" cy="0"/>
        </a:xfrm>
      </p:grpSpPr>
      <p:pic>
        <p:nvPicPr>
          <p:cNvPr id="21" name="Google Shape;21;g3f692b189cf_2_58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2" name="Google Shape;22;g3f692b189cf_2_586"/>
          <p:cNvPicPr preferRelativeResize="0"/>
          <p:nvPr/>
        </p:nvPicPr>
        <p:blipFill rotWithShape="1">
          <a:blip r:embed="rId3">
            <a:alphaModFix/>
          </a:blip>
          <a:srcRect b="0" l="0" r="0" t="58057"/>
          <a:stretch/>
        </p:blipFill>
        <p:spPr>
          <a:xfrm>
            <a:off x="0" y="2986222"/>
            <a:ext cx="9144000" cy="2157276"/>
          </a:xfrm>
          <a:prstGeom prst="rect">
            <a:avLst/>
          </a:prstGeom>
          <a:noFill/>
          <a:ln>
            <a:noFill/>
          </a:ln>
        </p:spPr>
      </p:pic>
      <p:pic>
        <p:nvPicPr>
          <p:cNvPr id="23" name="Google Shape;23;g3f692b189cf_2_586"/>
          <p:cNvPicPr preferRelativeResize="0"/>
          <p:nvPr/>
        </p:nvPicPr>
        <p:blipFill rotWithShape="1">
          <a:blip r:embed="rId4">
            <a:alphaModFix/>
          </a:blip>
          <a:srcRect b="0" l="0" r="0" t="0"/>
          <a:stretch/>
        </p:blipFill>
        <p:spPr>
          <a:xfrm>
            <a:off x="616775" y="520075"/>
            <a:ext cx="3664125" cy="2091939"/>
          </a:xfrm>
          <a:prstGeom prst="rect">
            <a:avLst/>
          </a:prstGeom>
          <a:noFill/>
          <a:ln>
            <a:noFill/>
          </a:ln>
        </p:spPr>
      </p:pic>
      <p:sp>
        <p:nvSpPr>
          <p:cNvPr id="24" name="Google Shape;24;g3f692b189cf_2_586"/>
          <p:cNvSpPr txBox="1"/>
          <p:nvPr>
            <p:ph idx="1" type="subTitle"/>
          </p:nvPr>
        </p:nvSpPr>
        <p:spPr>
          <a:xfrm>
            <a:off x="5716300" y="4356250"/>
            <a:ext cx="3149400" cy="393600"/>
          </a:xfrm>
          <a:prstGeom prst="rect">
            <a:avLst/>
          </a:prstGeom>
          <a:noFill/>
          <a:ln>
            <a:noFill/>
          </a:ln>
        </p:spPr>
        <p:txBody>
          <a:bodyPr anchorCtr="0" anchor="t" bIns="0" lIns="0" spcFirstLastPara="1" rIns="0" wrap="square" tIns="0">
            <a:normAutofit/>
          </a:bodyPr>
          <a:lstStyle>
            <a:lvl1pPr lvl="0"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1pPr>
            <a:lvl2pPr lvl="1"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2pPr>
            <a:lvl3pPr lvl="2"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3pPr>
            <a:lvl4pPr lvl="3"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4pPr>
            <a:lvl5pPr lvl="4"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5pPr>
            <a:lvl6pPr lvl="5"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6pPr>
            <a:lvl7pPr lvl="6"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7pPr>
            <a:lvl8pPr lvl="7"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8pPr>
            <a:lvl9pPr lvl="8" marR="0" algn="l">
              <a:lnSpc>
                <a:spcPct val="120000"/>
              </a:lnSpc>
              <a:spcBef>
                <a:spcPts val="975"/>
              </a:spcBef>
              <a:spcAft>
                <a:spcPts val="0"/>
              </a:spcAft>
              <a:buClr>
                <a:schemeClr val="dk1"/>
              </a:buClr>
              <a:buSzPts val="1575"/>
              <a:buFont typeface="Arial"/>
              <a:buNone/>
              <a:defRPr b="0" i="0" sz="1425" u="none" cap="none" strike="noStrike">
                <a:solidFill>
                  <a:schemeClr val="dk1"/>
                </a:solidFill>
                <a:latin typeface="Arial"/>
                <a:ea typeface="Arial"/>
                <a:cs typeface="Arial"/>
                <a:sym typeface="Arial"/>
              </a:defRPr>
            </a:lvl9pPr>
          </a:lstStyle>
          <a:p/>
        </p:txBody>
      </p:sp>
      <p:pic>
        <p:nvPicPr>
          <p:cNvPr id="25" name="Google Shape;25;g3f692b189cf_2_586"/>
          <p:cNvPicPr preferRelativeResize="0"/>
          <p:nvPr/>
        </p:nvPicPr>
        <p:blipFill rotWithShape="1">
          <a:blip r:embed="rId5">
            <a:alphaModFix/>
          </a:blip>
          <a:srcRect b="-4451" l="11817" r="25428" t="43557"/>
          <a:stretch/>
        </p:blipFill>
        <p:spPr>
          <a:xfrm>
            <a:off x="5479875" y="0"/>
            <a:ext cx="3664125" cy="31321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T Blank">
  <p:cSld name="DEFAULT">
    <p:bg>
      <p:bgPr>
        <a:solidFill>
          <a:schemeClr val="lt1"/>
        </a:solidFill>
      </p:bgPr>
    </p:bg>
    <p:spTree>
      <p:nvGrpSpPr>
        <p:cNvPr id="26" name="Shape 2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T Light Gradient">
  <p:cSld name="DEFAULT_1">
    <p:bg>
      <p:bgPr>
        <a:solidFill>
          <a:schemeClr val="lt1"/>
        </a:solidFill>
      </p:bgPr>
    </p:bg>
    <p:spTree>
      <p:nvGrpSpPr>
        <p:cNvPr id="27" name="Shape 27"/>
        <p:cNvGrpSpPr/>
        <p:nvPr/>
      </p:nvGrpSpPr>
      <p:grpSpPr>
        <a:xfrm>
          <a:off x="0" y="0"/>
          <a:ext cx="0" cy="0"/>
          <a:chOff x="0" y="0"/>
          <a:chExt cx="0" cy="0"/>
        </a:xfrm>
      </p:grpSpPr>
      <p:sp>
        <p:nvSpPr>
          <p:cNvPr id="28" name="Google Shape;28;g3f6d127984e_0_8"/>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7.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g3f692b189cf_2_38"/>
          <p:cNvSpPr txBox="1"/>
          <p:nvPr/>
        </p:nvSpPr>
        <p:spPr>
          <a:xfrm>
            <a:off x="3857625" y="4274963"/>
            <a:ext cx="5174400" cy="771000"/>
          </a:xfrm>
          <a:prstGeom prst="rect">
            <a:avLst/>
          </a:prstGeom>
          <a:noFill/>
          <a:ln>
            <a:noFill/>
          </a:ln>
        </p:spPr>
        <p:txBody>
          <a:bodyPr anchorCtr="0" anchor="t" bIns="0" lIns="0" spcFirstLastPara="1" rIns="0" wrap="square" tIns="0">
            <a:normAutofit fontScale="77500"/>
          </a:bodyPr>
          <a:lstStyle/>
          <a:p>
            <a:pPr indent="0" lvl="0" marL="0" marR="0" rtl="0" algn="ctr">
              <a:lnSpc>
                <a:spcPct val="120000"/>
              </a:lnSpc>
              <a:spcBef>
                <a:spcPts val="975"/>
              </a:spcBef>
              <a:spcAft>
                <a:spcPts val="0"/>
              </a:spcAft>
              <a:buClr>
                <a:srgbClr val="000000"/>
              </a:buClr>
              <a:buSzPct val="100000"/>
              <a:buFont typeface="Arial"/>
              <a:buNone/>
            </a:pPr>
            <a:r>
              <a:rPr b="0" i="0" lang="en-US" sz="3825" u="none" cap="none" strike="noStrike">
                <a:solidFill>
                  <a:srgbClr val="FFFFFF"/>
                </a:solidFill>
                <a:latin typeface="Arial"/>
                <a:ea typeface="Arial"/>
                <a:cs typeface="Arial"/>
                <a:sym typeface="Arial"/>
              </a:rPr>
              <a:t>Grade [#], Knowledge Unit [#]</a:t>
            </a:r>
            <a:endParaRPr b="0" i="0" sz="3825"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8AA"/>
        </a:solidFill>
      </p:bgPr>
    </p:bg>
    <p:spTree>
      <p:nvGrpSpPr>
        <p:cNvPr id="38" name="Shape 38"/>
        <p:cNvGrpSpPr/>
        <p:nvPr/>
      </p:nvGrpSpPr>
      <p:grpSpPr>
        <a:xfrm>
          <a:off x="0" y="0"/>
          <a:ext cx="0" cy="0"/>
          <a:chOff x="0" y="0"/>
          <a:chExt cx="0" cy="0"/>
        </a:xfrm>
      </p:grpSpPr>
      <p:sp>
        <p:nvSpPr>
          <p:cNvPr id="39" name="Google Shape;39;g3f692b189cf_2_43"/>
          <p:cNvSpPr/>
          <p:nvPr/>
        </p:nvSpPr>
        <p:spPr>
          <a:xfrm>
            <a:off x="617220" y="891540"/>
            <a:ext cx="1509000" cy="411600"/>
          </a:xfrm>
          <a:prstGeom prst="roundRect">
            <a:avLst>
              <a:gd fmla="val 50000" name="adj"/>
            </a:avLst>
          </a:prstGeom>
          <a:solidFill>
            <a:srgbClr val="F19A6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40" name="Google Shape;40;g3f692b189cf_2_43"/>
          <p:cNvSpPr/>
          <p:nvPr/>
        </p:nvSpPr>
        <p:spPr>
          <a:xfrm>
            <a:off x="617220" y="891540"/>
            <a:ext cx="15090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0142"/>
              </a:buClr>
              <a:buSzPts val="1200"/>
              <a:buFont typeface="Arial"/>
              <a:buNone/>
            </a:pPr>
            <a:r>
              <a:rPr b="1" i="0" lang="en-US" sz="1200" u="none" cap="none" strike="noStrike">
                <a:solidFill>
                  <a:srgbClr val="0E0142"/>
                </a:solidFill>
                <a:latin typeface="Arial"/>
                <a:ea typeface="Arial"/>
                <a:cs typeface="Arial"/>
                <a:sym typeface="Arial"/>
              </a:rPr>
              <a:t>LESSON #</a:t>
            </a:r>
            <a:endParaRPr b="0" i="0" sz="1200" u="none" cap="none" strike="noStrike">
              <a:solidFill>
                <a:schemeClr val="dk1"/>
              </a:solidFill>
              <a:latin typeface="Calibri"/>
              <a:ea typeface="Calibri"/>
              <a:cs typeface="Calibri"/>
              <a:sym typeface="Calibri"/>
            </a:endParaRPr>
          </a:p>
        </p:txBody>
      </p:sp>
      <p:sp>
        <p:nvSpPr>
          <p:cNvPr id="41" name="Google Shape;41;g3f692b189cf_2_43"/>
          <p:cNvSpPr/>
          <p:nvPr/>
        </p:nvSpPr>
        <p:spPr>
          <a:xfrm>
            <a:off x="617220" y="1474470"/>
            <a:ext cx="7886700" cy="89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750"/>
              <a:buFont typeface="Arial"/>
              <a:buNone/>
            </a:pPr>
            <a:r>
              <a:rPr b="1" i="0" lang="en-US" sz="3750" u="none" cap="none" strike="noStrike">
                <a:solidFill>
                  <a:srgbClr val="FFFFFF"/>
                </a:solidFill>
                <a:latin typeface="Arial"/>
                <a:ea typeface="Arial"/>
                <a:cs typeface="Arial"/>
                <a:sym typeface="Arial"/>
              </a:rPr>
              <a:t>Lesson [#]: </a:t>
            </a:r>
            <a:r>
              <a:rPr b="1" lang="en-US" sz="3750">
                <a:solidFill>
                  <a:srgbClr val="FFFFFF"/>
                </a:solidFill>
              </a:rPr>
              <a:t>Reading</a:t>
            </a:r>
            <a:endParaRPr b="0" i="0" sz="3750" u="none" cap="none" strike="noStrike">
              <a:solidFill>
                <a:schemeClr val="dk1"/>
              </a:solidFill>
              <a:latin typeface="Calibri"/>
              <a:ea typeface="Calibri"/>
              <a:cs typeface="Calibri"/>
              <a:sym typeface="Calibri"/>
            </a:endParaRPr>
          </a:p>
        </p:txBody>
      </p:sp>
      <p:sp>
        <p:nvSpPr>
          <p:cNvPr id="42" name="Google Shape;42;g3f692b189cf_2_43"/>
          <p:cNvSpPr/>
          <p:nvPr/>
        </p:nvSpPr>
        <p:spPr>
          <a:xfrm>
            <a:off x="617220" y="2366010"/>
            <a:ext cx="75438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FF9"/>
              </a:buClr>
              <a:buSzPts val="1500"/>
              <a:buFont typeface="Arial"/>
              <a:buNone/>
            </a:pPr>
            <a:r>
              <a:rPr b="0" i="0" lang="en-US" sz="1900" u="none" cap="none" strike="noStrike">
                <a:solidFill>
                  <a:srgbClr val="E5EFF9"/>
                </a:solidFill>
                <a:latin typeface="Arial"/>
                <a:ea typeface="Arial"/>
                <a:cs typeface="Arial"/>
                <a:sym typeface="Arial"/>
              </a:rPr>
              <a:t>Grade [#], Knowledge Unit [#]: [Unit Title]</a:t>
            </a:r>
            <a:endParaRPr b="0" i="0" sz="1900" u="none" cap="none" strike="noStrike">
              <a:solidFill>
                <a:schemeClr val="dk1"/>
              </a:solidFill>
              <a:latin typeface="Calibri"/>
              <a:ea typeface="Calibri"/>
              <a:cs typeface="Calibri"/>
              <a:sym typeface="Calibri"/>
            </a:endParaRPr>
          </a:p>
        </p:txBody>
      </p:sp>
      <p:sp>
        <p:nvSpPr>
          <p:cNvPr id="43" name="Google Shape;43;g3f692b189cf_2_43"/>
          <p:cNvSpPr/>
          <p:nvPr/>
        </p:nvSpPr>
        <p:spPr>
          <a:xfrm>
            <a:off x="617220" y="2937375"/>
            <a:ext cx="75438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BEEB"/>
              </a:buClr>
              <a:buSzPts val="1200"/>
              <a:buFont typeface="Arial"/>
              <a:buNone/>
            </a:pPr>
            <a:r>
              <a:rPr b="0" i="1" lang="en-US" sz="1600" u="none" cap="none" strike="noStrike">
                <a:solidFill>
                  <a:srgbClr val="C9BEEB"/>
                </a:solidFill>
                <a:latin typeface="Arial"/>
                <a:ea typeface="Arial"/>
                <a:cs typeface="Arial"/>
                <a:sym typeface="Arial"/>
              </a:rPr>
              <a:t>[Core Text]</a:t>
            </a:r>
            <a:r>
              <a:rPr b="0" i="0" lang="en-US" sz="1600" u="none" cap="none" strike="noStrike">
                <a:solidFill>
                  <a:srgbClr val="C9BEEB"/>
                </a:solidFill>
                <a:latin typeface="Arial"/>
                <a:ea typeface="Arial"/>
                <a:cs typeface="Arial"/>
                <a:sym typeface="Arial"/>
              </a:rPr>
              <a:t>  by [Author]   |   Pages [#–#]</a:t>
            </a:r>
            <a:endParaRPr b="0" i="0" sz="1600" u="none" cap="none" strike="noStrike">
              <a:solidFill>
                <a:schemeClr val="dk1"/>
              </a:solidFill>
              <a:latin typeface="Calibri"/>
              <a:ea typeface="Calibri"/>
              <a:cs typeface="Calibri"/>
              <a:sym typeface="Calibri"/>
            </a:endParaRPr>
          </a:p>
        </p:txBody>
      </p:sp>
      <p:sp>
        <p:nvSpPr>
          <p:cNvPr id="44" name="Google Shape;44;g3f692b189cf_2_43"/>
          <p:cNvSpPr/>
          <p:nvPr/>
        </p:nvSpPr>
        <p:spPr>
          <a:xfrm>
            <a:off x="617220" y="4766310"/>
            <a:ext cx="7543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8FD1"/>
              </a:buClr>
              <a:buSzPts val="750"/>
              <a:buFont typeface="Arial"/>
              <a:buNone/>
            </a:pPr>
            <a:r>
              <a:rPr b="0" i="0" lang="en-US" sz="750" u="none" cap="none" strike="noStrike">
                <a:solidFill>
                  <a:srgbClr val="9A8FD1"/>
                </a:solidFill>
                <a:latin typeface="Arial"/>
                <a:ea typeface="Arial"/>
                <a:cs typeface="Arial"/>
                <a:sym typeface="Arial"/>
              </a:rPr>
              <a:t>Copyright © 2026 Lavinia Group. All Rights Reserved. RedThread is a trademark of K12 Coalition.</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g3f692b189cf_2_53"/>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f692b189cf_2_53"/>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b="0" i="1" lang="en-US" sz="900" u="none" cap="none" strike="noStrike">
                <a:solidFill>
                  <a:srgbClr val="6B6478"/>
                </a:solidFill>
                <a:latin typeface="Arial"/>
                <a:ea typeface="Arial"/>
                <a:cs typeface="Arial"/>
                <a:sym typeface="Arial"/>
              </a:rPr>
              <a:t>Grade 4, Knowledge Unit 2  |  A Road to Belonging: The Great Migration</a:t>
            </a:r>
            <a:endParaRPr b="0" i="0" sz="900" u="none" cap="none" strike="noStrike">
              <a:solidFill>
                <a:schemeClr val="dk1"/>
              </a:solidFill>
              <a:latin typeface="Calibri"/>
              <a:ea typeface="Calibri"/>
              <a:cs typeface="Calibri"/>
              <a:sym typeface="Calibri"/>
            </a:endParaRPr>
          </a:p>
        </p:txBody>
      </p:sp>
      <p:sp>
        <p:nvSpPr>
          <p:cNvPr id="52" name="Google Shape;52;g3f692b189cf_2_53"/>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2</a:t>
            </a:r>
            <a:endParaRPr b="0" i="0" sz="900" u="none" cap="none" strike="noStrike">
              <a:solidFill>
                <a:schemeClr val="dk1"/>
              </a:solidFill>
              <a:latin typeface="Calibri"/>
              <a:ea typeface="Calibri"/>
              <a:cs typeface="Calibri"/>
              <a:sym typeface="Calibri"/>
            </a:endParaRPr>
          </a:p>
        </p:txBody>
      </p:sp>
      <p:sp>
        <p:nvSpPr>
          <p:cNvPr id="53" name="Google Shape;53;g3f692b189cf_2_53"/>
          <p:cNvSpPr/>
          <p:nvPr/>
        </p:nvSpPr>
        <p:spPr>
          <a:xfrm>
            <a:off x="476250" y="476250"/>
            <a:ext cx="8191500" cy="1143000"/>
          </a:xfrm>
          <a:prstGeom prst="roundRect">
            <a:avLst>
              <a:gd fmla="val 8333" name="adj"/>
            </a:avLst>
          </a:prstGeom>
          <a:solidFill>
            <a:srgbClr val="FFF4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 name="Google Shape;54;g3f692b189cf_2_53"/>
          <p:cNvSpPr/>
          <p:nvPr/>
        </p:nvSpPr>
        <p:spPr>
          <a:xfrm>
            <a:off x="476250" y="476250"/>
            <a:ext cx="57300" cy="1143000"/>
          </a:xfrm>
          <a:prstGeom prst="roundRect">
            <a:avLst>
              <a:gd fmla="val 50000" name="adj"/>
            </a:avLst>
          </a:prstGeom>
          <a:solidFill>
            <a:srgbClr val="3928A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 name="Google Shape;55;g3f692b189cf_2_53"/>
          <p:cNvSpPr txBox="1"/>
          <p:nvPr/>
        </p:nvSpPr>
        <p:spPr>
          <a:xfrm>
            <a:off x="723900" y="571500"/>
            <a:ext cx="7753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Essential Question</a:t>
            </a:r>
            <a:endParaRPr b="1">
              <a:solidFill>
                <a:srgbClr val="3928AA"/>
              </a:solidFill>
              <a:latin typeface="Arial"/>
              <a:ea typeface="Arial"/>
              <a:cs typeface="Arial"/>
              <a:sym typeface="Arial"/>
            </a:endParaRPr>
          </a:p>
          <a:p>
            <a:pPr indent="0" lvl="0" marL="0" rtl="0" algn="l">
              <a:spcBef>
                <a:spcPts val="600"/>
              </a:spcBef>
              <a:spcAft>
                <a:spcPts val="0"/>
              </a:spcAft>
              <a:buNone/>
            </a:pPr>
            <a:r>
              <a:rPr b="1" lang="en-US" sz="1800">
                <a:solidFill>
                  <a:srgbClr val="0E0142"/>
                </a:solidFill>
                <a:latin typeface="Arial"/>
                <a:ea typeface="Arial"/>
                <a:cs typeface="Arial"/>
                <a:sym typeface="Arial"/>
              </a:rPr>
              <a:t>[insert Essential Question text here]</a:t>
            </a:r>
            <a:endParaRPr b="1" sz="1800">
              <a:solidFill>
                <a:srgbClr val="0E0142"/>
              </a:solidFill>
              <a:latin typeface="Arial"/>
              <a:ea typeface="Arial"/>
              <a:cs typeface="Arial"/>
              <a:sym typeface="Arial"/>
            </a:endParaRPr>
          </a:p>
        </p:txBody>
      </p:sp>
      <p:sp>
        <p:nvSpPr>
          <p:cNvPr id="56" name="Google Shape;56;g3f692b189cf_2_53"/>
          <p:cNvSpPr/>
          <p:nvPr/>
        </p:nvSpPr>
        <p:spPr>
          <a:xfrm>
            <a:off x="476250" y="1857375"/>
            <a:ext cx="3952800" cy="2571900"/>
          </a:xfrm>
          <a:prstGeom prst="roundRect">
            <a:avLst>
              <a:gd fmla="val 3703" name="adj"/>
            </a:avLst>
          </a:prstGeom>
          <a:solidFill>
            <a:srgbClr val="FFFFFF"/>
          </a:solidFill>
          <a:ln cap="flat" cmpd="sng" w="19050">
            <a:solidFill>
              <a:srgbClr val="FFAB7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g3f692b189cf_2_53"/>
          <p:cNvSpPr/>
          <p:nvPr/>
        </p:nvSpPr>
        <p:spPr>
          <a:xfrm>
            <a:off x="476250" y="1857375"/>
            <a:ext cx="3952800" cy="76200"/>
          </a:xfrm>
          <a:prstGeom prst="roundRect">
            <a:avLst>
              <a:gd fmla="val 50000" name="adj"/>
            </a:avLst>
          </a:prstGeom>
          <a:solidFill>
            <a:srgbClr val="F19A6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g3f692b189cf_2_53"/>
          <p:cNvSpPr txBox="1"/>
          <p:nvPr/>
        </p:nvSpPr>
        <p:spPr>
          <a:xfrm>
            <a:off x="666750" y="2047875"/>
            <a:ext cx="35718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F19A65"/>
                </a:solidFill>
                <a:latin typeface="Arial"/>
                <a:ea typeface="Arial"/>
                <a:cs typeface="Arial"/>
                <a:sym typeface="Arial"/>
              </a:rPr>
              <a:t>Teaching Point</a:t>
            </a:r>
            <a:endParaRPr b="1">
              <a:solidFill>
                <a:srgbClr val="F19A65"/>
              </a:solidFill>
              <a:latin typeface="Arial"/>
              <a:ea typeface="Arial"/>
              <a:cs typeface="Arial"/>
              <a:sym typeface="Arial"/>
            </a:endParaRPr>
          </a:p>
          <a:p>
            <a:pPr indent="0" lvl="0" marL="0" rtl="0" algn="l">
              <a:spcBef>
                <a:spcPts val="900"/>
              </a:spcBef>
              <a:spcAft>
                <a:spcPts val="0"/>
              </a:spcAft>
              <a:buNone/>
            </a:pPr>
            <a:r>
              <a:rPr b="0" lang="en-US" sz="1800">
                <a:solidFill>
                  <a:srgbClr val="0E0142"/>
                </a:solidFill>
                <a:latin typeface="Arial"/>
                <a:ea typeface="Arial"/>
                <a:cs typeface="Arial"/>
                <a:sym typeface="Arial"/>
              </a:rPr>
              <a:t>[insert teaching point text here]</a:t>
            </a:r>
            <a:endParaRPr b="0" sz="1800">
              <a:solidFill>
                <a:srgbClr val="0E0142"/>
              </a:solidFill>
              <a:latin typeface="Arial"/>
              <a:ea typeface="Arial"/>
              <a:cs typeface="Arial"/>
              <a:sym typeface="Arial"/>
            </a:endParaRPr>
          </a:p>
        </p:txBody>
      </p:sp>
      <p:grpSp>
        <p:nvGrpSpPr>
          <p:cNvPr id="59" name="Google Shape;59;g3f692b189cf_2_53"/>
          <p:cNvGrpSpPr/>
          <p:nvPr/>
        </p:nvGrpSpPr>
        <p:grpSpPr>
          <a:xfrm>
            <a:off x="4705350" y="1847850"/>
            <a:ext cx="3972000" cy="2590800"/>
            <a:chOff x="4705350" y="1847850"/>
            <a:chExt cx="3972000" cy="2590800"/>
          </a:xfrm>
        </p:grpSpPr>
        <p:pic>
          <p:nvPicPr>
            <p:cNvPr id="60" name="Google Shape;60;g3f692b189cf_2_53"/>
            <p:cNvPicPr preferRelativeResize="0"/>
            <p:nvPr/>
          </p:nvPicPr>
          <p:blipFill rotWithShape="1">
            <a:blip r:embed="rId3">
              <a:alphaModFix/>
            </a:blip>
            <a:srcRect b="0" l="0" r="0" t="0"/>
            <a:stretch/>
          </p:blipFill>
          <p:spPr>
            <a:xfrm>
              <a:off x="4705350" y="1847850"/>
              <a:ext cx="3972000" cy="2590800"/>
            </a:xfrm>
            <a:prstGeom prst="rect">
              <a:avLst/>
            </a:prstGeom>
            <a:noFill/>
            <a:ln>
              <a:noFill/>
            </a:ln>
          </p:spPr>
        </p:pic>
        <p:sp>
          <p:nvSpPr>
            <p:cNvPr id="61" name="Google Shape;61;g3f692b189cf_2_53"/>
            <p:cNvSpPr/>
            <p:nvPr/>
          </p:nvSpPr>
          <p:spPr>
            <a:xfrm>
              <a:off x="4714875" y="1857375"/>
              <a:ext cx="3952800" cy="76200"/>
            </a:xfrm>
            <a:prstGeom prst="roundRect">
              <a:avLst>
                <a:gd fmla="val 50000" name="adj"/>
              </a:avLst>
            </a:prstGeom>
            <a:solidFill>
              <a:srgbClr val="3928A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g3f692b189cf_2_53"/>
            <p:cNvSpPr txBox="1"/>
            <p:nvPr/>
          </p:nvSpPr>
          <p:spPr>
            <a:xfrm>
              <a:off x="4905375" y="2047875"/>
              <a:ext cx="35718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Language Goal</a:t>
              </a:r>
              <a:endParaRPr b="1">
                <a:solidFill>
                  <a:srgbClr val="3928AA"/>
                </a:solidFill>
                <a:latin typeface="Arial"/>
                <a:ea typeface="Arial"/>
                <a:cs typeface="Arial"/>
                <a:sym typeface="Arial"/>
              </a:endParaRPr>
            </a:p>
            <a:p>
              <a:pPr indent="0" lvl="0" marL="0" rtl="0" algn="l">
                <a:spcBef>
                  <a:spcPts val="900"/>
                </a:spcBef>
                <a:spcAft>
                  <a:spcPts val="0"/>
                </a:spcAft>
                <a:buNone/>
              </a:pPr>
              <a:r>
                <a:rPr b="0" i="1" lang="en-US" sz="1800">
                  <a:solidFill>
                    <a:srgbClr val="0E0142"/>
                  </a:solidFill>
                  <a:latin typeface="Arial"/>
                  <a:ea typeface="Arial"/>
                  <a:cs typeface="Arial"/>
                  <a:sym typeface="Arial"/>
                </a:rPr>
                <a:t>[Insert Language Goal here]</a:t>
              </a:r>
              <a:endParaRPr b="0" i="1" sz="1800">
                <a:solidFill>
                  <a:srgbClr val="0E0142"/>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f692b189cf_2_67"/>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f692b189cf_2_67"/>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lang="en-US" sz="2700">
                <a:solidFill>
                  <a:srgbClr val="372CB1"/>
                </a:solidFill>
              </a:rPr>
              <a:t>Engage Vocabulary</a:t>
            </a:r>
            <a:endParaRPr b="0" i="0" sz="2700" u="none" cap="none" strike="noStrike">
              <a:solidFill>
                <a:srgbClr val="372CB1"/>
              </a:solidFill>
              <a:latin typeface="Calibri"/>
              <a:ea typeface="Calibri"/>
              <a:cs typeface="Calibri"/>
              <a:sym typeface="Calibri"/>
            </a:endParaRPr>
          </a:p>
        </p:txBody>
      </p:sp>
      <p:sp>
        <p:nvSpPr>
          <p:cNvPr id="70" name="Google Shape;70;g3f692b189cf_2_67"/>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
        <p:nvSpPr>
          <p:cNvPr id="71" name="Google Shape;71;g3f692b189cf_2_67"/>
          <p:cNvSpPr/>
          <p:nvPr/>
        </p:nvSpPr>
        <p:spPr>
          <a:xfrm>
            <a:off x="421775" y="1097270"/>
            <a:ext cx="3943200" cy="3477600"/>
          </a:xfrm>
          <a:prstGeom prst="roundRect">
            <a:avLst>
              <a:gd fmla="val 4000" name="adj"/>
            </a:avLst>
          </a:prstGeom>
          <a:solidFill>
            <a:srgbClr val="FFAB7B">
              <a:alpha val="4375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72" name="Google Shape;72;g3f692b189cf_2_67"/>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73" name="Google Shape;73;g3f692b189cf_2_67"/>
          <p:cNvSpPr/>
          <p:nvPr/>
        </p:nvSpPr>
        <p:spPr>
          <a:xfrm>
            <a:off x="4776600" y="1097270"/>
            <a:ext cx="3943200" cy="3477600"/>
          </a:xfrm>
          <a:prstGeom prst="roundRect">
            <a:avLst>
              <a:gd fmla="val 4000" name="adj"/>
            </a:avLst>
          </a:prstGeom>
          <a:solidFill>
            <a:srgbClr val="FFAB7B">
              <a:alpha val="4375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74" name="Google Shape;74;g3f692b189cf_2_67"/>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75" name="Google Shape;75;g3f692b189cf_2_67"/>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u="none" cap="none" strike="noStrike">
              <a:solidFill>
                <a:srgbClr val="110045"/>
              </a:solidFill>
            </a:endParaRPr>
          </a:p>
        </p:txBody>
      </p:sp>
      <p:sp>
        <p:nvSpPr>
          <p:cNvPr id="76" name="Google Shape;76;g3f692b189cf_2_67"/>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b="0" i="1" lang="en-US" sz="900" u="none" cap="none" strike="noStrike">
                <a:solidFill>
                  <a:srgbClr val="6B6478"/>
                </a:solidFill>
                <a:latin typeface="Arial"/>
                <a:ea typeface="Arial"/>
                <a:cs typeface="Arial"/>
                <a:sym typeface="Arial"/>
              </a:rPr>
              <a:t>Grade 4, Knowledge Unit 2  |  A Road to Belonging: The Great Migration</a:t>
            </a:r>
            <a:endParaRPr b="0" i="0" sz="900" u="none" cap="none" strike="noStrike">
              <a:solidFill>
                <a:schemeClr val="dk1"/>
              </a:solidFill>
              <a:latin typeface="Calibri"/>
              <a:ea typeface="Calibri"/>
              <a:cs typeface="Calibri"/>
              <a:sym typeface="Calibri"/>
            </a:endParaRPr>
          </a:p>
        </p:txBody>
      </p:sp>
      <p:sp>
        <p:nvSpPr>
          <p:cNvPr id="77" name="Google Shape;77;g3f692b189cf_2_67"/>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pic>
        <p:nvPicPr>
          <p:cNvPr id="78" name="Google Shape;78;g3f692b189cf_2_67" title="K12__RedThread_Icon_Color.png"/>
          <p:cNvPicPr preferRelativeResize="0"/>
          <p:nvPr/>
        </p:nvPicPr>
        <p:blipFill>
          <a:blip r:embed="rId3">
            <a:alphaModFix/>
          </a:blip>
          <a:stretch>
            <a:fillRect/>
          </a:stretch>
        </p:blipFill>
        <p:spPr>
          <a:xfrm>
            <a:off x="672100" y="1191000"/>
            <a:ext cx="566800" cy="566800"/>
          </a:xfrm>
          <a:prstGeom prst="rect">
            <a:avLst/>
          </a:prstGeom>
          <a:noFill/>
          <a:ln>
            <a:noFill/>
          </a:ln>
        </p:spPr>
      </p:pic>
      <p:pic>
        <p:nvPicPr>
          <p:cNvPr id="79" name="Google Shape;79;g3f692b189cf_2_67" title="K12__RedThread_Icon_Color.png"/>
          <p:cNvPicPr preferRelativeResize="0"/>
          <p:nvPr/>
        </p:nvPicPr>
        <p:blipFill>
          <a:blip r:embed="rId3">
            <a:alphaModFix/>
          </a:blip>
          <a:stretch>
            <a:fillRect/>
          </a:stretch>
        </p:blipFill>
        <p:spPr>
          <a:xfrm>
            <a:off x="5004000" y="1191000"/>
            <a:ext cx="566800" cy="566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f692b189cf_2_81"/>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3f692b189cf_2_81"/>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lang="en-US" sz="2700">
                <a:solidFill>
                  <a:srgbClr val="372CB1"/>
                </a:solidFill>
              </a:rPr>
              <a:t>Engage</a:t>
            </a:r>
            <a:r>
              <a:rPr b="1" i="0" lang="en-US" sz="2700" u="none" cap="none" strike="noStrike">
                <a:solidFill>
                  <a:srgbClr val="372CB1"/>
                </a:solidFill>
                <a:latin typeface="Arial"/>
                <a:ea typeface="Arial"/>
                <a:cs typeface="Arial"/>
                <a:sym typeface="Arial"/>
              </a:rPr>
              <a:t> Resource</a:t>
            </a:r>
            <a:endParaRPr b="0" i="0" sz="2700" u="none" cap="none" strike="noStrike">
              <a:solidFill>
                <a:srgbClr val="372CB1"/>
              </a:solidFill>
              <a:latin typeface="Calibri"/>
              <a:ea typeface="Calibri"/>
              <a:cs typeface="Calibri"/>
              <a:sym typeface="Calibri"/>
            </a:endParaRPr>
          </a:p>
        </p:txBody>
      </p:sp>
      <p:sp>
        <p:nvSpPr>
          <p:cNvPr id="87" name="Google Shape;87;g3f692b189cf_2_81"/>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88" name="Google Shape;88;g3f692b189cf_2_81"/>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3</a:t>
            </a:r>
            <a:endParaRPr b="0" i="0" sz="900" u="none" cap="none" strike="noStrike">
              <a:solidFill>
                <a:schemeClr val="dk1"/>
              </a:solidFill>
              <a:latin typeface="Calibri"/>
              <a:ea typeface="Calibri"/>
              <a:cs typeface="Calibri"/>
              <a:sym typeface="Calibri"/>
            </a:endParaRPr>
          </a:p>
        </p:txBody>
      </p:sp>
      <p:sp>
        <p:nvSpPr>
          <p:cNvPr id="89" name="Google Shape;89;g3f692b189cf_2_81"/>
          <p:cNvSpPr/>
          <p:nvPr/>
        </p:nvSpPr>
        <p:spPr>
          <a:xfrm>
            <a:off x="480060" y="1381977"/>
            <a:ext cx="8181600" cy="92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1350"/>
              <a:buFont typeface="Arial"/>
              <a:buNone/>
            </a:pPr>
            <a:r>
              <a:rPr b="0" i="0" lang="en-US" sz="1500" u="none" cap="none" strike="noStrike">
                <a:solidFill>
                  <a:srgbClr val="0E0142"/>
                </a:solidFill>
                <a:latin typeface="Arial"/>
                <a:ea typeface="Arial"/>
                <a:cs typeface="Arial"/>
                <a:sym typeface="Arial"/>
              </a:rPr>
              <a:t>[insert </a:t>
            </a:r>
            <a:r>
              <a:rPr lang="en-US" sz="1500">
                <a:solidFill>
                  <a:srgbClr val="0E0142"/>
                </a:solidFill>
              </a:rPr>
              <a:t>engage image or resource here as relevant]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f692b189cf_2_89"/>
          <p:cNvSpPr/>
          <p:nvPr/>
        </p:nvSpPr>
        <p:spPr>
          <a:xfrm rot="10800000">
            <a:off x="0" y="0"/>
            <a:ext cx="9144000" cy="1150200"/>
          </a:xfrm>
          <a:prstGeom prst="rect">
            <a:avLst/>
          </a:prstGeom>
          <a:gradFill>
            <a:gsLst>
              <a:gs pos="0">
                <a:srgbClr val="FFFFFF"/>
              </a:gs>
              <a:gs pos="100000">
                <a:srgbClr val="FFFDE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f692b189cf_2_89"/>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Launch Chart</a:t>
            </a:r>
            <a:endParaRPr b="0" i="0" sz="2700" u="none" cap="none" strike="noStrike">
              <a:solidFill>
                <a:srgbClr val="372CB1"/>
              </a:solidFill>
              <a:latin typeface="Calibri"/>
              <a:ea typeface="Calibri"/>
              <a:cs typeface="Calibri"/>
              <a:sym typeface="Calibri"/>
            </a:endParaRPr>
          </a:p>
        </p:txBody>
      </p:sp>
      <p:sp>
        <p:nvSpPr>
          <p:cNvPr id="97" name="Google Shape;97;g3f692b189cf_2_89"/>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98" name="Google Shape;98;g3f692b189cf_2_89"/>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4</a:t>
            </a:r>
            <a:endParaRPr b="0" i="0" sz="900" u="none" cap="none" strike="noStrike">
              <a:solidFill>
                <a:schemeClr val="dk1"/>
              </a:solidFill>
              <a:latin typeface="Calibri"/>
              <a:ea typeface="Calibri"/>
              <a:cs typeface="Calibri"/>
              <a:sym typeface="Calibri"/>
            </a:endParaRPr>
          </a:p>
        </p:txBody>
      </p:sp>
      <p:graphicFrame>
        <p:nvGraphicFramePr>
          <p:cNvPr id="99" name="Google Shape;99;g3f692b189cf_2_89"/>
          <p:cNvGraphicFramePr/>
          <p:nvPr/>
        </p:nvGraphicFramePr>
        <p:xfrm>
          <a:off x="480060" y="1295175"/>
          <a:ext cx="3000000" cy="3000000"/>
        </p:xfrm>
        <a:graphic>
          <a:graphicData uri="http://schemas.openxmlformats.org/drawingml/2006/table">
            <a:tbl>
              <a:tblPr>
                <a:noFill/>
                <a:tableStyleId>{4C1FB8C8-5756-4EB8-B1D3-D6DF2332B52C}</a:tableStyleId>
              </a:tblPr>
              <a:tblGrid>
                <a:gridCol w="3840500"/>
                <a:gridCol w="4203950"/>
              </a:tblGrid>
              <a:tr h="354525">
                <a:tc>
                  <a:txBody>
                    <a:bodyPr/>
                    <a:lstStyle/>
                    <a:p>
                      <a:pPr indent="0" lvl="0" marL="0" marR="0" rtl="0" algn="l">
                        <a:lnSpc>
                          <a:spcPct val="100000"/>
                        </a:lnSpc>
                        <a:spcBef>
                          <a:spcPts val="0"/>
                        </a:spcBef>
                        <a:spcAft>
                          <a:spcPts val="0"/>
                        </a:spcAft>
                        <a:buClr>
                          <a:srgbClr val="FFFFFF"/>
                        </a:buClr>
                        <a:buSzPts val="1275"/>
                        <a:buFont typeface="Arial"/>
                        <a:buNone/>
                      </a:pPr>
                      <a:r>
                        <a:rPr b="1" lang="en-US" u="none" cap="none" strike="noStrike">
                          <a:solidFill>
                            <a:srgbClr val="FFFFFF"/>
                          </a:solidFill>
                        </a:rPr>
                        <a:t>[Title]</a:t>
                      </a:r>
                      <a:endParaRPr u="none" cap="none" strike="noStrike"/>
                    </a:p>
                  </a:txBody>
                  <a:tcPr marT="76200" marB="76200" marR="95250" marL="95250">
                    <a:lnL cap="flat" cmpd="sng" w="7150">
                      <a:solidFill>
                        <a:srgbClr val="372CB1"/>
                      </a:solidFill>
                      <a:prstDash val="solid"/>
                      <a:round/>
                      <a:headEnd len="sm" w="sm" type="none"/>
                      <a:tailEnd len="sm" w="sm" type="none"/>
                    </a:lnL>
                    <a:lnR cap="flat" cmpd="sng" w="7150">
                      <a:solidFill>
                        <a:srgbClr val="372CB1"/>
                      </a:solidFill>
                      <a:prstDash val="solid"/>
                      <a:round/>
                      <a:headEnd len="sm" w="sm" type="none"/>
                      <a:tailEnd len="sm" w="sm" type="none"/>
                    </a:lnR>
                    <a:lnT cap="flat" cmpd="sng" w="7150">
                      <a:solidFill>
                        <a:srgbClr val="372CB1"/>
                      </a:solidFill>
                      <a:prstDash val="solid"/>
                      <a:round/>
                      <a:headEnd len="sm" w="sm" type="none"/>
                      <a:tailEnd len="sm" w="sm" type="none"/>
                    </a:lnT>
                    <a:lnB cap="flat" cmpd="sng" w="7150">
                      <a:solidFill>
                        <a:srgbClr val="372CB1"/>
                      </a:solidFill>
                      <a:prstDash val="solid"/>
                      <a:round/>
                      <a:headEnd len="sm" w="sm" type="none"/>
                      <a:tailEnd len="sm" w="sm" type="none"/>
                    </a:lnB>
                    <a:solidFill>
                      <a:srgbClr val="3928AA"/>
                    </a:solidFill>
                  </a:tcPr>
                </a:tc>
                <a:tc>
                  <a:txBody>
                    <a:bodyPr/>
                    <a:lstStyle/>
                    <a:p>
                      <a:pPr indent="0" lvl="0" marL="0" marR="0" rtl="0" algn="l">
                        <a:lnSpc>
                          <a:spcPct val="100000"/>
                        </a:lnSpc>
                        <a:spcBef>
                          <a:spcPts val="0"/>
                        </a:spcBef>
                        <a:spcAft>
                          <a:spcPts val="0"/>
                        </a:spcAft>
                        <a:buClr>
                          <a:srgbClr val="FFFFFF"/>
                        </a:buClr>
                        <a:buSzPts val="1275"/>
                        <a:buFont typeface="Arial"/>
                        <a:buNone/>
                      </a:pPr>
                      <a:r>
                        <a:rPr b="1" lang="en-US" u="none" cap="none" strike="noStrike">
                          <a:solidFill>
                            <a:srgbClr val="FFFFFF"/>
                          </a:solidFill>
                        </a:rPr>
                        <a:t>[Title]</a:t>
                      </a:r>
                      <a:endParaRPr u="none" cap="none" strike="noStrike"/>
                    </a:p>
                  </a:txBody>
                  <a:tcPr marT="76200" marB="76200" marR="95250" marL="95250">
                    <a:lnL cap="flat" cmpd="sng" w="7150">
                      <a:solidFill>
                        <a:srgbClr val="372CB1"/>
                      </a:solidFill>
                      <a:prstDash val="solid"/>
                      <a:round/>
                      <a:headEnd len="sm" w="sm" type="none"/>
                      <a:tailEnd len="sm" w="sm" type="none"/>
                    </a:lnL>
                    <a:lnR cap="flat" cmpd="sng" w="7150">
                      <a:solidFill>
                        <a:srgbClr val="372CB1"/>
                      </a:solidFill>
                      <a:prstDash val="solid"/>
                      <a:round/>
                      <a:headEnd len="sm" w="sm" type="none"/>
                      <a:tailEnd len="sm" w="sm" type="none"/>
                    </a:lnR>
                    <a:lnT cap="flat" cmpd="sng" w="7150">
                      <a:solidFill>
                        <a:srgbClr val="372CB1"/>
                      </a:solidFill>
                      <a:prstDash val="solid"/>
                      <a:round/>
                      <a:headEnd len="sm" w="sm" type="none"/>
                      <a:tailEnd len="sm" w="sm" type="none"/>
                    </a:lnT>
                    <a:lnB cap="flat" cmpd="sng" w="7150">
                      <a:solidFill>
                        <a:srgbClr val="372CB1"/>
                      </a:solidFill>
                      <a:prstDash val="solid"/>
                      <a:round/>
                      <a:headEnd len="sm" w="sm" type="none"/>
                      <a:tailEnd len="sm" w="sm" type="none"/>
                    </a:lnB>
                    <a:solidFill>
                      <a:srgbClr val="3928AA"/>
                    </a:solidFill>
                  </a:tcPr>
                </a:tc>
              </a:tr>
              <a:tr h="80312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372CB1"/>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372CB1"/>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0312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r h="80312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0312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bl>
          </a:graphicData>
        </a:graphic>
      </p:graphicFrame>
      <p:sp>
        <p:nvSpPr>
          <p:cNvPr id="100" name="Google Shape;100;g3f692b189cf_2_89"/>
          <p:cNvSpPr/>
          <p:nvPr/>
        </p:nvSpPr>
        <p:spPr>
          <a:xfrm>
            <a:off x="480044" y="732281"/>
            <a:ext cx="8336400" cy="48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1125"/>
              <a:buFont typeface="Arial"/>
              <a:buNone/>
            </a:pPr>
            <a:r>
              <a:rPr b="0" i="0" lang="en-US" sz="1600" u="none" cap="none" strike="noStrike">
                <a:solidFill>
                  <a:srgbClr val="110045"/>
                </a:solidFill>
                <a:latin typeface="Arial"/>
                <a:ea typeface="Arial"/>
                <a:cs typeface="Arial"/>
                <a:sym typeface="Arial"/>
              </a:rPr>
              <a:t>[Insert Read Directions for Launch here]</a:t>
            </a:r>
            <a:endParaRPr b="0" i="0" sz="1600" u="none" cap="none" strike="noStrike">
              <a:solidFill>
                <a:srgbClr val="11004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f692b189cf_2_758"/>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Launch Vocabulary</a:t>
            </a:r>
            <a:endParaRPr b="0" i="0" sz="2700" u="none" cap="none" strike="noStrike">
              <a:solidFill>
                <a:srgbClr val="372CB1"/>
              </a:solidFill>
              <a:latin typeface="Calibri"/>
              <a:ea typeface="Calibri"/>
              <a:cs typeface="Calibri"/>
              <a:sym typeface="Calibri"/>
            </a:endParaRPr>
          </a:p>
        </p:txBody>
      </p:sp>
      <p:sp>
        <p:nvSpPr>
          <p:cNvPr id="107" name="Google Shape;107;g3f692b189cf_2_758"/>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
        <p:nvSpPr>
          <p:cNvPr id="108" name="Google Shape;108;g3f692b189cf_2_758"/>
          <p:cNvSpPr/>
          <p:nvPr/>
        </p:nvSpPr>
        <p:spPr>
          <a:xfrm>
            <a:off x="42176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09" name="Google Shape;109;g3f692b189cf_2_758"/>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110" name="Google Shape;110;g3f692b189cf_2_758"/>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sp>
        <p:nvSpPr>
          <p:cNvPr id="111" name="Google Shape;111;g3f692b189cf_2_758"/>
          <p:cNvSpPr/>
          <p:nvPr/>
        </p:nvSpPr>
        <p:spPr>
          <a:xfrm>
            <a:off x="42176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12" name="Google Shape;112;g3f692b189cf_2_758"/>
          <p:cNvSpPr/>
          <p:nvPr/>
        </p:nvSpPr>
        <p:spPr>
          <a:xfrm>
            <a:off x="134759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113" name="Google Shape;113;g3f692b189cf_2_758"/>
          <p:cNvSpPr/>
          <p:nvPr/>
        </p:nvSpPr>
        <p:spPr>
          <a:xfrm>
            <a:off x="62750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114" name="Google Shape;114;g3f692b189cf_2_758"/>
          <p:cNvSpPr/>
          <p:nvPr/>
        </p:nvSpPr>
        <p:spPr>
          <a:xfrm>
            <a:off x="477659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15" name="Google Shape;115;g3f692b189cf_2_758"/>
          <p:cNvSpPr/>
          <p:nvPr/>
        </p:nvSpPr>
        <p:spPr>
          <a:xfrm>
            <a:off x="570242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116" name="Google Shape;116;g3f692b189cf_2_758"/>
          <p:cNvSpPr/>
          <p:nvPr/>
        </p:nvSpPr>
        <p:spPr>
          <a:xfrm>
            <a:off x="498233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117" name="Google Shape;117;g3f692b189cf_2_758"/>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pic>
        <p:nvPicPr>
          <p:cNvPr id="118" name="Google Shape;118;g3f692b189cf_2_758"/>
          <p:cNvPicPr preferRelativeResize="0"/>
          <p:nvPr/>
        </p:nvPicPr>
        <p:blipFill rotWithShape="1">
          <a:blip r:embed="rId4">
            <a:alphaModFix/>
          </a:blip>
          <a:srcRect b="-4451" l="11817" r="25428" t="43557"/>
          <a:stretch/>
        </p:blipFill>
        <p:spPr>
          <a:xfrm>
            <a:off x="5479875" y="0"/>
            <a:ext cx="3664125" cy="3160526"/>
          </a:xfrm>
          <a:prstGeom prst="rect">
            <a:avLst/>
          </a:prstGeom>
          <a:noFill/>
          <a:ln>
            <a:noFill/>
          </a:ln>
        </p:spPr>
      </p:pic>
      <p:sp>
        <p:nvSpPr>
          <p:cNvPr id="119" name="Google Shape;119;g3f692b189cf_2_758"/>
          <p:cNvSpPr/>
          <p:nvPr/>
        </p:nvSpPr>
        <p:spPr>
          <a:xfrm>
            <a:off x="477659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20" name="Google Shape;120;g3f692b189cf_2_758"/>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121" name="Google Shape;121;g3f692b189cf_2_758"/>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pic>
        <p:nvPicPr>
          <p:cNvPr id="122" name="Google Shape;122;g3f692b189cf_2_758" title="K12__RedThread_Icon_Color.png"/>
          <p:cNvPicPr preferRelativeResize="0"/>
          <p:nvPr/>
        </p:nvPicPr>
        <p:blipFill>
          <a:blip r:embed="rId5">
            <a:alphaModFix/>
          </a:blip>
          <a:stretch>
            <a:fillRect/>
          </a:stretch>
        </p:blipFill>
        <p:spPr>
          <a:xfrm>
            <a:off x="672100" y="1191000"/>
            <a:ext cx="566800" cy="566800"/>
          </a:xfrm>
          <a:prstGeom prst="rect">
            <a:avLst/>
          </a:prstGeom>
          <a:noFill/>
          <a:ln>
            <a:noFill/>
          </a:ln>
        </p:spPr>
      </p:pic>
      <p:pic>
        <p:nvPicPr>
          <p:cNvPr id="123" name="Google Shape;123;g3f692b189cf_2_758" title="K12__RedThread_Icon_Color.png"/>
          <p:cNvPicPr preferRelativeResize="0"/>
          <p:nvPr/>
        </p:nvPicPr>
        <p:blipFill>
          <a:blip r:embed="rId5">
            <a:alphaModFix/>
          </a:blip>
          <a:stretch>
            <a:fillRect/>
          </a:stretch>
        </p:blipFill>
        <p:spPr>
          <a:xfrm>
            <a:off x="5004000" y="1191000"/>
            <a:ext cx="566800" cy="566800"/>
          </a:xfrm>
          <a:prstGeom prst="rect">
            <a:avLst/>
          </a:prstGeom>
          <a:noFill/>
          <a:ln>
            <a:noFill/>
          </a:ln>
        </p:spPr>
      </p:pic>
      <p:pic>
        <p:nvPicPr>
          <p:cNvPr id="124" name="Google Shape;124;g3f692b189cf_2_758" title="K12__RedThread_Icon_Color.png"/>
          <p:cNvPicPr preferRelativeResize="0"/>
          <p:nvPr/>
        </p:nvPicPr>
        <p:blipFill>
          <a:blip r:embed="rId5">
            <a:alphaModFix/>
          </a:blip>
          <a:stretch>
            <a:fillRect/>
          </a:stretch>
        </p:blipFill>
        <p:spPr>
          <a:xfrm>
            <a:off x="672100" y="3179825"/>
            <a:ext cx="566800" cy="566800"/>
          </a:xfrm>
          <a:prstGeom prst="rect">
            <a:avLst/>
          </a:prstGeom>
          <a:noFill/>
          <a:ln>
            <a:noFill/>
          </a:ln>
        </p:spPr>
      </p:pic>
      <p:pic>
        <p:nvPicPr>
          <p:cNvPr id="125" name="Google Shape;125;g3f692b189cf_2_758" title="K12__RedThread_Icon_Color.png"/>
          <p:cNvPicPr preferRelativeResize="0"/>
          <p:nvPr/>
        </p:nvPicPr>
        <p:blipFill>
          <a:blip r:embed="rId5">
            <a:alphaModFix/>
          </a:blip>
          <a:stretch>
            <a:fillRect/>
          </a:stretch>
        </p:blipFill>
        <p:spPr>
          <a:xfrm>
            <a:off x="5004000" y="3179825"/>
            <a:ext cx="566800" cy="566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6e8a36f36_0_110"/>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Launch Vocabulary (continued)</a:t>
            </a:r>
            <a:endParaRPr b="0" i="0" sz="2700" u="none" cap="none" strike="noStrike">
              <a:solidFill>
                <a:srgbClr val="372CB1"/>
              </a:solidFill>
              <a:latin typeface="Calibri"/>
              <a:ea typeface="Calibri"/>
              <a:cs typeface="Calibri"/>
              <a:sym typeface="Calibri"/>
            </a:endParaRPr>
          </a:p>
        </p:txBody>
      </p:sp>
      <p:sp>
        <p:nvSpPr>
          <p:cNvPr id="132" name="Google Shape;132;g3f6e8a36f36_0_110"/>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
        <p:nvSpPr>
          <p:cNvPr id="133" name="Google Shape;133;g3f6e8a36f36_0_110"/>
          <p:cNvSpPr/>
          <p:nvPr/>
        </p:nvSpPr>
        <p:spPr>
          <a:xfrm>
            <a:off x="42176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34" name="Google Shape;134;g3f6e8a36f36_0_110"/>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135" name="Google Shape;135;g3f6e8a36f36_0_110"/>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sp>
        <p:nvSpPr>
          <p:cNvPr id="136" name="Google Shape;136;g3f6e8a36f36_0_110"/>
          <p:cNvSpPr/>
          <p:nvPr/>
        </p:nvSpPr>
        <p:spPr>
          <a:xfrm>
            <a:off x="42176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37" name="Google Shape;137;g3f6e8a36f36_0_110"/>
          <p:cNvSpPr/>
          <p:nvPr/>
        </p:nvSpPr>
        <p:spPr>
          <a:xfrm>
            <a:off x="134759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138" name="Google Shape;138;g3f6e8a36f36_0_110"/>
          <p:cNvSpPr/>
          <p:nvPr/>
        </p:nvSpPr>
        <p:spPr>
          <a:xfrm>
            <a:off x="62750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139" name="Google Shape;139;g3f6e8a36f36_0_110"/>
          <p:cNvSpPr/>
          <p:nvPr/>
        </p:nvSpPr>
        <p:spPr>
          <a:xfrm>
            <a:off x="477659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40" name="Google Shape;140;g3f6e8a36f36_0_110"/>
          <p:cNvSpPr/>
          <p:nvPr/>
        </p:nvSpPr>
        <p:spPr>
          <a:xfrm>
            <a:off x="570242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141" name="Google Shape;141;g3f6e8a36f36_0_110"/>
          <p:cNvSpPr/>
          <p:nvPr/>
        </p:nvSpPr>
        <p:spPr>
          <a:xfrm>
            <a:off x="498233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142" name="Google Shape;142;g3f6e8a36f36_0_110"/>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pic>
        <p:nvPicPr>
          <p:cNvPr id="143" name="Google Shape;143;g3f6e8a36f36_0_110"/>
          <p:cNvPicPr preferRelativeResize="0"/>
          <p:nvPr/>
        </p:nvPicPr>
        <p:blipFill rotWithShape="1">
          <a:blip r:embed="rId3">
            <a:alphaModFix/>
          </a:blip>
          <a:srcRect b="-4451" l="11817" r="25428" t="43557"/>
          <a:stretch/>
        </p:blipFill>
        <p:spPr>
          <a:xfrm>
            <a:off x="5479875" y="0"/>
            <a:ext cx="3664125" cy="3160526"/>
          </a:xfrm>
          <a:prstGeom prst="rect">
            <a:avLst/>
          </a:prstGeom>
          <a:noFill/>
          <a:ln>
            <a:noFill/>
          </a:ln>
        </p:spPr>
      </p:pic>
      <p:sp>
        <p:nvSpPr>
          <p:cNvPr id="144" name="Google Shape;144;g3f6e8a36f36_0_110"/>
          <p:cNvSpPr/>
          <p:nvPr/>
        </p:nvSpPr>
        <p:spPr>
          <a:xfrm>
            <a:off x="477659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145" name="Google Shape;145;g3f6e8a36f36_0_110"/>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146" name="Google Shape;146;g3f6e8a36f36_0_110"/>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pic>
        <p:nvPicPr>
          <p:cNvPr id="147" name="Google Shape;147;g3f6e8a36f36_0_110" title="K12__RedThread_Icon_Color.png"/>
          <p:cNvPicPr preferRelativeResize="0"/>
          <p:nvPr/>
        </p:nvPicPr>
        <p:blipFill>
          <a:blip r:embed="rId4">
            <a:alphaModFix/>
          </a:blip>
          <a:stretch>
            <a:fillRect/>
          </a:stretch>
        </p:blipFill>
        <p:spPr>
          <a:xfrm>
            <a:off x="672100" y="1191000"/>
            <a:ext cx="566800" cy="566800"/>
          </a:xfrm>
          <a:prstGeom prst="rect">
            <a:avLst/>
          </a:prstGeom>
          <a:noFill/>
          <a:ln>
            <a:noFill/>
          </a:ln>
        </p:spPr>
      </p:pic>
      <p:pic>
        <p:nvPicPr>
          <p:cNvPr id="148" name="Google Shape;148;g3f6e8a36f36_0_110" title="K12__RedThread_Icon_Color.png"/>
          <p:cNvPicPr preferRelativeResize="0"/>
          <p:nvPr/>
        </p:nvPicPr>
        <p:blipFill>
          <a:blip r:embed="rId4">
            <a:alphaModFix/>
          </a:blip>
          <a:stretch>
            <a:fillRect/>
          </a:stretch>
        </p:blipFill>
        <p:spPr>
          <a:xfrm>
            <a:off x="5004000" y="1191000"/>
            <a:ext cx="566800" cy="566800"/>
          </a:xfrm>
          <a:prstGeom prst="rect">
            <a:avLst/>
          </a:prstGeom>
          <a:noFill/>
          <a:ln>
            <a:noFill/>
          </a:ln>
        </p:spPr>
      </p:pic>
      <p:pic>
        <p:nvPicPr>
          <p:cNvPr id="149" name="Google Shape;149;g3f6e8a36f36_0_110" title="K12__RedThread_Icon_Color.png"/>
          <p:cNvPicPr preferRelativeResize="0"/>
          <p:nvPr/>
        </p:nvPicPr>
        <p:blipFill>
          <a:blip r:embed="rId4">
            <a:alphaModFix/>
          </a:blip>
          <a:stretch>
            <a:fillRect/>
          </a:stretch>
        </p:blipFill>
        <p:spPr>
          <a:xfrm>
            <a:off x="672100" y="3179825"/>
            <a:ext cx="566800" cy="566800"/>
          </a:xfrm>
          <a:prstGeom prst="rect">
            <a:avLst/>
          </a:prstGeom>
          <a:noFill/>
          <a:ln>
            <a:noFill/>
          </a:ln>
        </p:spPr>
      </p:pic>
      <p:pic>
        <p:nvPicPr>
          <p:cNvPr id="150" name="Google Shape;150;g3f6e8a36f36_0_110" title="K12__RedThread_Icon_Color.png"/>
          <p:cNvPicPr preferRelativeResize="0"/>
          <p:nvPr/>
        </p:nvPicPr>
        <p:blipFill>
          <a:blip r:embed="rId4">
            <a:alphaModFix/>
          </a:blip>
          <a:stretch>
            <a:fillRect/>
          </a:stretch>
        </p:blipFill>
        <p:spPr>
          <a:xfrm>
            <a:off x="5004000" y="3179825"/>
            <a:ext cx="566800" cy="566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f692b189cf_2_146"/>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Independent Reading</a:t>
            </a:r>
            <a:endParaRPr b="0" i="0" sz="2700" u="none" cap="none" strike="noStrike">
              <a:solidFill>
                <a:srgbClr val="372CB1"/>
              </a:solidFill>
              <a:latin typeface="Arial"/>
              <a:ea typeface="Arial"/>
              <a:cs typeface="Arial"/>
              <a:sym typeface="Arial"/>
            </a:endParaRPr>
          </a:p>
        </p:txBody>
      </p:sp>
      <p:sp>
        <p:nvSpPr>
          <p:cNvPr id="157" name="Google Shape;157;g3f692b189cf_2_146"/>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Arial"/>
              <a:ea typeface="Arial"/>
              <a:cs typeface="Arial"/>
              <a:sym typeface="Arial"/>
            </a:endParaRPr>
          </a:p>
        </p:txBody>
      </p:sp>
      <p:sp>
        <p:nvSpPr>
          <p:cNvPr id="158" name="Google Shape;158;g3f692b189cf_2_146"/>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8</a:t>
            </a:r>
            <a:endParaRPr b="0" i="0" sz="900" u="none" cap="none" strike="noStrike">
              <a:solidFill>
                <a:schemeClr val="dk1"/>
              </a:solidFill>
              <a:latin typeface="Arial"/>
              <a:ea typeface="Arial"/>
              <a:cs typeface="Arial"/>
              <a:sym typeface="Arial"/>
            </a:endParaRPr>
          </a:p>
        </p:txBody>
      </p:sp>
      <p:sp>
        <p:nvSpPr>
          <p:cNvPr id="159" name="Google Shape;159;g3f692b189cf_2_146"/>
          <p:cNvSpPr/>
          <p:nvPr/>
        </p:nvSpPr>
        <p:spPr>
          <a:xfrm>
            <a:off x="480060" y="994410"/>
            <a:ext cx="425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TEACHING POINT</a:t>
            </a:r>
            <a:endParaRPr b="0" i="0" sz="1650" u="none" cap="none" strike="noStrike">
              <a:solidFill>
                <a:schemeClr val="dk1"/>
              </a:solidFill>
              <a:latin typeface="Arial"/>
              <a:ea typeface="Arial"/>
              <a:cs typeface="Arial"/>
              <a:sym typeface="Arial"/>
            </a:endParaRPr>
          </a:p>
        </p:txBody>
      </p:sp>
      <p:sp>
        <p:nvSpPr>
          <p:cNvPr id="160" name="Google Shape;160;g3f692b189cf_2_146"/>
          <p:cNvSpPr/>
          <p:nvPr/>
        </p:nvSpPr>
        <p:spPr>
          <a:xfrm>
            <a:off x="480060" y="1320097"/>
            <a:ext cx="47319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E0142"/>
              </a:buClr>
              <a:buSzPts val="1275"/>
              <a:buFont typeface="Arial"/>
              <a:buNone/>
            </a:pPr>
            <a:r>
              <a:rPr lang="en-US" sz="1600">
                <a:solidFill>
                  <a:srgbClr val="0E0142"/>
                </a:solidFill>
              </a:rPr>
              <a:t>[insert teaching point exactly from beginning of lesson text here]</a:t>
            </a:r>
            <a:endParaRPr sz="1600">
              <a:solidFill>
                <a:schemeClr val="dk1"/>
              </a:solidFill>
            </a:endParaRPr>
          </a:p>
          <a:p>
            <a:pPr indent="0" lvl="0" marL="0" marR="0" rtl="0" algn="l">
              <a:lnSpc>
                <a:spcPct val="100000"/>
              </a:lnSpc>
              <a:spcBef>
                <a:spcPts val="0"/>
              </a:spcBef>
              <a:spcAft>
                <a:spcPts val="0"/>
              </a:spcAft>
              <a:buClr>
                <a:srgbClr val="0E0142"/>
              </a:buClr>
              <a:buSzPts val="1275"/>
              <a:buFont typeface="Arial"/>
              <a:buNone/>
            </a:pPr>
            <a:r>
              <a:t/>
            </a:r>
            <a:endParaRPr sz="1600">
              <a:solidFill>
                <a:srgbClr val="0E0142"/>
              </a:solidFill>
            </a:endParaRPr>
          </a:p>
        </p:txBody>
      </p:sp>
      <p:sp>
        <p:nvSpPr>
          <p:cNvPr id="161" name="Google Shape;161;g3f692b189cf_2_146"/>
          <p:cNvSpPr/>
          <p:nvPr/>
        </p:nvSpPr>
        <p:spPr>
          <a:xfrm>
            <a:off x="480060" y="2057400"/>
            <a:ext cx="4731900" cy="754500"/>
          </a:xfrm>
          <a:prstGeom prst="roundRect">
            <a:avLst>
              <a:gd fmla="val 7273" name="adj"/>
            </a:avLst>
          </a:prstGeom>
          <a:solidFill>
            <a:srgbClr val="FFF4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150" u="none" cap="none" strike="noStrike">
              <a:solidFill>
                <a:srgbClr val="000000"/>
              </a:solidFill>
              <a:latin typeface="Arial"/>
              <a:ea typeface="Arial"/>
              <a:cs typeface="Arial"/>
              <a:sym typeface="Arial"/>
            </a:endParaRPr>
          </a:p>
        </p:txBody>
      </p:sp>
      <p:sp>
        <p:nvSpPr>
          <p:cNvPr id="162" name="Google Shape;162;g3f692b189cf_2_146"/>
          <p:cNvSpPr/>
          <p:nvPr/>
        </p:nvSpPr>
        <p:spPr>
          <a:xfrm>
            <a:off x="651510" y="2057400"/>
            <a:ext cx="4389000" cy="75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1200"/>
              <a:buFont typeface="Arial"/>
              <a:buNone/>
            </a:pPr>
            <a:r>
              <a:rPr b="0" i="0" lang="en-US" sz="1600" u="none" cap="none" strike="noStrike">
                <a:solidFill>
                  <a:srgbClr val="0E0142"/>
                </a:solidFill>
                <a:latin typeface="Arial"/>
                <a:ea typeface="Arial"/>
                <a:cs typeface="Arial"/>
                <a:sym typeface="Arial"/>
              </a:rPr>
              <a:t>[insert read direction for Independent Reading here. </a:t>
            </a:r>
            <a:r>
              <a:rPr b="1" i="0" lang="en-US" sz="1600" u="none" cap="none" strike="noStrike">
                <a:solidFill>
                  <a:srgbClr val="0E0142"/>
                </a:solidFill>
              </a:rPr>
              <a:t>bold page numbers</a:t>
            </a:r>
            <a:r>
              <a:rPr b="0" i="0" lang="en-US" sz="1600" u="none" cap="none" strike="noStrike">
                <a:solidFill>
                  <a:srgbClr val="0E0142"/>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163" name="Google Shape;163;g3f692b189cf_2_146"/>
          <p:cNvSpPr/>
          <p:nvPr/>
        </p:nvSpPr>
        <p:spPr>
          <a:xfrm>
            <a:off x="480060" y="3247521"/>
            <a:ext cx="473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IMPORTANT VOCABULARY</a:t>
            </a:r>
            <a:endParaRPr b="0" i="0" sz="1650" u="none" cap="none" strike="noStrike">
              <a:solidFill>
                <a:schemeClr val="dk1"/>
              </a:solidFill>
              <a:latin typeface="Arial"/>
              <a:ea typeface="Arial"/>
              <a:cs typeface="Arial"/>
              <a:sym typeface="Arial"/>
            </a:endParaRPr>
          </a:p>
        </p:txBody>
      </p:sp>
      <p:sp>
        <p:nvSpPr>
          <p:cNvPr id="164" name="Google Shape;164;g3f692b189cf_2_146"/>
          <p:cNvSpPr/>
          <p:nvPr/>
        </p:nvSpPr>
        <p:spPr>
          <a:xfrm>
            <a:off x="480056" y="3291854"/>
            <a:ext cx="4731900" cy="1371600"/>
          </a:xfrm>
          <a:prstGeom prst="rect">
            <a:avLst/>
          </a:prstGeom>
          <a:noFill/>
          <a:ln>
            <a:noFill/>
          </a:ln>
        </p:spPr>
        <p:txBody>
          <a:bodyPr anchorCtr="0" anchor="ctr" bIns="0" lIns="0" spcFirstLastPara="1" rIns="0" wrap="square" tIns="0">
            <a:noAutofit/>
          </a:bodyPr>
          <a:lstStyle/>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p:txBody>
      </p:sp>
      <p:graphicFrame>
        <p:nvGraphicFramePr>
          <p:cNvPr id="165" name="Google Shape;165;g3f692b189cf_2_146"/>
          <p:cNvGraphicFramePr/>
          <p:nvPr/>
        </p:nvGraphicFramePr>
        <p:xfrm>
          <a:off x="5402235" y="857119"/>
          <a:ext cx="3000000" cy="3000000"/>
        </p:xfrm>
        <a:graphic>
          <a:graphicData uri="http://schemas.openxmlformats.org/drawingml/2006/table">
            <a:tbl>
              <a:tblPr>
                <a:noFill/>
                <a:tableStyleId>{4C1FB8C8-5756-4EB8-B1D3-D6DF2332B52C}</a:tableStyleId>
              </a:tblPr>
              <a:tblGrid>
                <a:gridCol w="1635025"/>
                <a:gridCol w="1939075"/>
              </a:tblGrid>
              <a:tr h="560750">
                <a:tc>
                  <a:txBody>
                    <a:bodyPr/>
                    <a:lstStyle/>
                    <a:p>
                      <a:pPr indent="0" lvl="0" marL="0" marR="0" rtl="0" algn="l">
                        <a:lnSpc>
                          <a:spcPct val="100000"/>
                        </a:lnSpc>
                        <a:spcBef>
                          <a:spcPts val="0"/>
                        </a:spcBef>
                        <a:spcAft>
                          <a:spcPts val="0"/>
                        </a:spcAft>
                        <a:buClr>
                          <a:srgbClr val="FFFFFF"/>
                        </a:buClr>
                        <a:buSzPts val="1275"/>
                        <a:buFont typeface="Arial"/>
                        <a:buNone/>
                      </a:pPr>
                      <a:r>
                        <a:rPr b="1" lang="en-US" u="none" cap="none" strike="noStrike">
                          <a:solidFill>
                            <a:srgbClr val="FFFFFF"/>
                          </a:solidFill>
                        </a:rPr>
                        <a:t>[Title]</a:t>
                      </a:r>
                      <a:endParaRPr u="none" cap="none" strike="noStrike">
                        <a:latin typeface="Arial"/>
                        <a:ea typeface="Arial"/>
                        <a:cs typeface="Arial"/>
                        <a:sym typeface="Arial"/>
                      </a:endParaRPr>
                    </a:p>
                  </a:txBody>
                  <a:tcPr marT="76200" marB="76200" marR="95250" marL="95250">
                    <a:lnL cap="flat" cmpd="sng" w="7150">
                      <a:solidFill>
                        <a:srgbClr val="DCD6EE"/>
                      </a:solidFill>
                      <a:prstDash val="solid"/>
                      <a:round/>
                      <a:headEnd len="sm" w="sm" type="none"/>
                      <a:tailEnd len="sm" w="sm" type="none"/>
                    </a:lnL>
                    <a:lnR cap="flat" cmpd="sng" w="7150">
                      <a:solidFill>
                        <a:srgbClr val="DCD6EE"/>
                      </a:solidFill>
                      <a:prstDash val="solid"/>
                      <a:round/>
                      <a:headEnd len="sm" w="sm" type="none"/>
                      <a:tailEnd len="sm" w="sm" type="none"/>
                    </a:lnR>
                    <a:lnT cap="flat" cmpd="sng" w="7150">
                      <a:solidFill>
                        <a:srgbClr val="DCD6EE"/>
                      </a:solidFill>
                      <a:prstDash val="solid"/>
                      <a:round/>
                      <a:headEnd len="sm" w="sm" type="none"/>
                      <a:tailEnd len="sm" w="sm" type="none"/>
                    </a:lnT>
                    <a:lnB cap="flat" cmpd="sng" w="7150">
                      <a:solidFill>
                        <a:srgbClr val="FFAB7B"/>
                      </a:solidFill>
                      <a:prstDash val="solid"/>
                      <a:round/>
                      <a:headEnd len="sm" w="sm" type="none"/>
                      <a:tailEnd len="sm" w="sm" type="none"/>
                    </a:lnB>
                    <a:solidFill>
                      <a:srgbClr val="3928AA"/>
                    </a:solidFill>
                  </a:tcPr>
                </a:tc>
                <a:tc>
                  <a:txBody>
                    <a:bodyPr/>
                    <a:lstStyle/>
                    <a:p>
                      <a:pPr indent="0" lvl="0" marL="0" marR="0" rtl="0" algn="l">
                        <a:lnSpc>
                          <a:spcPct val="100000"/>
                        </a:lnSpc>
                        <a:spcBef>
                          <a:spcPts val="0"/>
                        </a:spcBef>
                        <a:spcAft>
                          <a:spcPts val="0"/>
                        </a:spcAft>
                        <a:buClr>
                          <a:schemeClr val="lt1"/>
                        </a:buClr>
                        <a:buSzPts val="1275"/>
                        <a:buFont typeface="Arial"/>
                        <a:buNone/>
                      </a:pPr>
                      <a:r>
                        <a:rPr b="1" lang="en-US" u="none" cap="none" strike="noStrike">
                          <a:solidFill>
                            <a:schemeClr val="lt1"/>
                          </a:solidFill>
                        </a:rPr>
                        <a:t>[Title]</a:t>
                      </a:r>
                      <a:endParaRPr b="1" u="none" cap="none" strike="noStrike">
                        <a:solidFill>
                          <a:srgbClr val="FFFFFF"/>
                        </a:solidFill>
                      </a:endParaRPr>
                    </a:p>
                  </a:txBody>
                  <a:tcPr marT="76200" marB="76200" marR="95250" marL="95250">
                    <a:lnL cap="flat" cmpd="sng" w="7150">
                      <a:solidFill>
                        <a:srgbClr val="DCD6EE"/>
                      </a:solidFill>
                      <a:prstDash val="solid"/>
                      <a:round/>
                      <a:headEnd len="sm" w="sm" type="none"/>
                      <a:tailEnd len="sm" w="sm" type="none"/>
                    </a:lnL>
                    <a:lnR cap="flat" cmpd="sng" w="7150">
                      <a:solidFill>
                        <a:srgbClr val="DCD6EE"/>
                      </a:solidFill>
                      <a:prstDash val="solid"/>
                      <a:round/>
                      <a:headEnd len="sm" w="sm" type="none"/>
                      <a:tailEnd len="sm" w="sm" type="none"/>
                    </a:lnR>
                    <a:lnT cap="flat" cmpd="sng" w="7150">
                      <a:solidFill>
                        <a:srgbClr val="DCD6EE"/>
                      </a:solidFill>
                      <a:prstDash val="solid"/>
                      <a:round/>
                      <a:headEnd len="sm" w="sm" type="none"/>
                      <a:tailEnd len="sm" w="sm" type="none"/>
                    </a:lnT>
                    <a:lnB cap="flat" cmpd="sng" w="7150">
                      <a:solidFill>
                        <a:srgbClr val="FFAB7B"/>
                      </a:solidFill>
                      <a:prstDash val="solid"/>
                      <a:round/>
                      <a:headEnd len="sm" w="sm" type="none"/>
                      <a:tailEnd len="sm" w="sm" type="none"/>
                    </a:lnB>
                    <a:solidFill>
                      <a:srgbClr val="3928AA"/>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f692b189cf_2_789"/>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lang="en-US" sz="2700">
                <a:solidFill>
                  <a:srgbClr val="372CB1"/>
                </a:solidFill>
              </a:rPr>
              <a:t>Shared Analysis</a:t>
            </a:r>
            <a:endParaRPr b="0" i="0" sz="2700" u="none" cap="none" strike="noStrike">
              <a:solidFill>
                <a:srgbClr val="372CB1"/>
              </a:solidFill>
              <a:latin typeface="Arial"/>
              <a:ea typeface="Arial"/>
              <a:cs typeface="Arial"/>
              <a:sym typeface="Arial"/>
            </a:endParaRPr>
          </a:p>
        </p:txBody>
      </p:sp>
      <p:sp>
        <p:nvSpPr>
          <p:cNvPr id="172" name="Google Shape;172;g3f692b189cf_2_789"/>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Arial"/>
              <a:ea typeface="Arial"/>
              <a:cs typeface="Arial"/>
              <a:sym typeface="Arial"/>
            </a:endParaRPr>
          </a:p>
        </p:txBody>
      </p:sp>
      <p:sp>
        <p:nvSpPr>
          <p:cNvPr id="173" name="Google Shape;173;g3f692b189cf_2_789"/>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8</a:t>
            </a:r>
            <a:endParaRPr b="0" i="0" sz="900" u="none" cap="none" strike="noStrike">
              <a:solidFill>
                <a:schemeClr val="dk1"/>
              </a:solidFill>
              <a:latin typeface="Arial"/>
              <a:ea typeface="Arial"/>
              <a:cs typeface="Arial"/>
              <a:sym typeface="Arial"/>
            </a:endParaRPr>
          </a:p>
        </p:txBody>
      </p:sp>
      <p:sp>
        <p:nvSpPr>
          <p:cNvPr id="174" name="Google Shape;174;g3f692b189cf_2_789"/>
          <p:cNvSpPr/>
          <p:nvPr/>
        </p:nvSpPr>
        <p:spPr>
          <a:xfrm>
            <a:off x="480060" y="994410"/>
            <a:ext cx="425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TEACHING POINT</a:t>
            </a:r>
            <a:endParaRPr b="0" i="0" sz="1650" u="none" cap="none" strike="noStrike">
              <a:solidFill>
                <a:schemeClr val="dk1"/>
              </a:solidFill>
              <a:latin typeface="Arial"/>
              <a:ea typeface="Arial"/>
              <a:cs typeface="Arial"/>
              <a:sym typeface="Arial"/>
            </a:endParaRPr>
          </a:p>
        </p:txBody>
      </p:sp>
      <p:sp>
        <p:nvSpPr>
          <p:cNvPr id="175" name="Google Shape;175;g3f692b189cf_2_789"/>
          <p:cNvSpPr/>
          <p:nvPr/>
        </p:nvSpPr>
        <p:spPr>
          <a:xfrm>
            <a:off x="480060" y="1228072"/>
            <a:ext cx="47319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1275"/>
              <a:buFont typeface="Arial"/>
              <a:buNone/>
            </a:pPr>
            <a:r>
              <a:rPr b="0" i="0" lang="en-US" sz="1600" u="none" cap="none" strike="noStrike">
                <a:solidFill>
                  <a:srgbClr val="0E0142"/>
                </a:solidFill>
                <a:latin typeface="Arial"/>
                <a:ea typeface="Arial"/>
                <a:cs typeface="Arial"/>
                <a:sym typeface="Arial"/>
              </a:rPr>
              <a:t>[insert teaching point </a:t>
            </a:r>
            <a:r>
              <a:rPr lang="en-US" sz="1600">
                <a:solidFill>
                  <a:srgbClr val="0E0142"/>
                </a:solidFill>
              </a:rPr>
              <a:t>exactly from beginning of lesson </a:t>
            </a:r>
            <a:r>
              <a:rPr b="0" i="0" lang="en-US" sz="1600" u="none" cap="none" strike="noStrike">
                <a:solidFill>
                  <a:srgbClr val="0E0142"/>
                </a:solidFill>
                <a:latin typeface="Arial"/>
                <a:ea typeface="Arial"/>
                <a:cs typeface="Arial"/>
                <a:sym typeface="Arial"/>
              </a:rPr>
              <a:t>text here]</a:t>
            </a:r>
            <a:endParaRPr b="0" i="0" sz="1600" u="none" cap="none" strike="noStrike">
              <a:solidFill>
                <a:schemeClr val="dk1"/>
              </a:solidFill>
              <a:latin typeface="Arial"/>
              <a:ea typeface="Arial"/>
              <a:cs typeface="Arial"/>
              <a:sym typeface="Arial"/>
            </a:endParaRPr>
          </a:p>
        </p:txBody>
      </p:sp>
      <p:sp>
        <p:nvSpPr>
          <p:cNvPr id="176" name="Google Shape;176;g3f692b189cf_2_789"/>
          <p:cNvSpPr/>
          <p:nvPr/>
        </p:nvSpPr>
        <p:spPr>
          <a:xfrm>
            <a:off x="480060" y="2057400"/>
            <a:ext cx="4731900" cy="754500"/>
          </a:xfrm>
          <a:prstGeom prst="roundRect">
            <a:avLst>
              <a:gd fmla="val 7273" name="adj"/>
            </a:avLst>
          </a:prstGeom>
          <a:solidFill>
            <a:srgbClr val="FFF4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600" u="none" cap="none" strike="noStrike">
              <a:solidFill>
                <a:srgbClr val="000000"/>
              </a:solidFill>
              <a:latin typeface="Arial"/>
              <a:ea typeface="Arial"/>
              <a:cs typeface="Arial"/>
              <a:sym typeface="Arial"/>
            </a:endParaRPr>
          </a:p>
        </p:txBody>
      </p:sp>
      <p:sp>
        <p:nvSpPr>
          <p:cNvPr id="177" name="Google Shape;177;g3f692b189cf_2_789"/>
          <p:cNvSpPr/>
          <p:nvPr/>
        </p:nvSpPr>
        <p:spPr>
          <a:xfrm>
            <a:off x="651510" y="2057400"/>
            <a:ext cx="4389000" cy="75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1200"/>
              <a:buFont typeface="Arial"/>
              <a:buNone/>
            </a:pPr>
            <a:r>
              <a:rPr b="0" i="0" lang="en-US" sz="1500" u="none" cap="none" strike="noStrike">
                <a:solidFill>
                  <a:srgbClr val="0E0142"/>
                </a:solidFill>
                <a:latin typeface="Arial"/>
                <a:ea typeface="Arial"/>
                <a:cs typeface="Arial"/>
                <a:sym typeface="Arial"/>
              </a:rPr>
              <a:t>[insert read direction for </a:t>
            </a:r>
            <a:r>
              <a:rPr lang="en-US" sz="1500">
                <a:solidFill>
                  <a:srgbClr val="0E0142"/>
                </a:solidFill>
              </a:rPr>
              <a:t>Shared Analysis</a:t>
            </a:r>
            <a:r>
              <a:rPr b="0" i="0" lang="en-US" sz="1500" u="none" cap="none" strike="noStrike">
                <a:solidFill>
                  <a:srgbClr val="0E0142"/>
                </a:solidFill>
                <a:latin typeface="Arial"/>
                <a:ea typeface="Arial"/>
                <a:cs typeface="Arial"/>
                <a:sym typeface="Arial"/>
              </a:rPr>
              <a:t> here. </a:t>
            </a:r>
            <a:r>
              <a:rPr b="1" i="0" lang="en-US" sz="1500" u="none" cap="none" strike="noStrike">
                <a:solidFill>
                  <a:srgbClr val="0E0142"/>
                </a:solidFill>
              </a:rPr>
              <a:t>bold page numbers</a:t>
            </a:r>
            <a:r>
              <a:rPr b="0" i="0" lang="en-US" sz="1500" u="none" cap="none" strike="noStrike">
                <a:solidFill>
                  <a:srgbClr val="0E0142"/>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78" name="Google Shape;178;g3f692b189cf_2_789"/>
          <p:cNvSpPr/>
          <p:nvPr/>
        </p:nvSpPr>
        <p:spPr>
          <a:xfrm>
            <a:off x="480060" y="3247521"/>
            <a:ext cx="473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IMPORTANT VOCABULARY</a:t>
            </a:r>
            <a:endParaRPr b="0" i="0" sz="1650" u="none" cap="none" strike="noStrike">
              <a:solidFill>
                <a:schemeClr val="dk1"/>
              </a:solidFill>
              <a:latin typeface="Arial"/>
              <a:ea typeface="Arial"/>
              <a:cs typeface="Arial"/>
              <a:sym typeface="Arial"/>
            </a:endParaRPr>
          </a:p>
        </p:txBody>
      </p:sp>
      <p:sp>
        <p:nvSpPr>
          <p:cNvPr id="179" name="Google Shape;179;g3f692b189cf_2_789"/>
          <p:cNvSpPr/>
          <p:nvPr/>
        </p:nvSpPr>
        <p:spPr>
          <a:xfrm>
            <a:off x="480056" y="3291854"/>
            <a:ext cx="4731900" cy="1371600"/>
          </a:xfrm>
          <a:prstGeom prst="rect">
            <a:avLst/>
          </a:prstGeom>
          <a:noFill/>
          <a:ln>
            <a:noFill/>
          </a:ln>
        </p:spPr>
        <p:txBody>
          <a:bodyPr anchorCtr="0" anchor="ctr" bIns="0" lIns="0" spcFirstLastPara="1" rIns="0" wrap="square" tIns="0">
            <a:noAutofit/>
          </a:bodyPr>
          <a:lstStyle/>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a:p>
            <a:pPr indent="-273050" lvl="0" marL="342900" marR="0" rtl="0" algn="l">
              <a:lnSpc>
                <a:spcPct val="100000"/>
              </a:lnSpc>
              <a:spcBef>
                <a:spcPts val="0"/>
              </a:spcBef>
              <a:spcAft>
                <a:spcPts val="0"/>
              </a:spcAft>
              <a:buClr>
                <a:srgbClr val="9343F6"/>
              </a:buClr>
              <a:buSzPts val="1600"/>
              <a:buFont typeface="Arial"/>
              <a:buChar char="●"/>
            </a:pPr>
            <a:r>
              <a:rPr b="1" i="0" lang="en-US" sz="1600" u="none" cap="none" strike="noStrike">
                <a:solidFill>
                  <a:srgbClr val="0E0142"/>
                </a:solidFill>
                <a:latin typeface="Arial"/>
                <a:ea typeface="Arial"/>
                <a:cs typeface="Arial"/>
                <a:sym typeface="Arial"/>
              </a:rPr>
              <a:t>[word]: </a:t>
            </a:r>
            <a:r>
              <a:rPr b="0" i="0" lang="en-US" sz="1600" u="none" cap="none" strike="noStrike">
                <a:solidFill>
                  <a:srgbClr val="0E0142"/>
                </a:solidFill>
                <a:latin typeface="Arial"/>
                <a:ea typeface="Arial"/>
                <a:cs typeface="Arial"/>
                <a:sym typeface="Arial"/>
              </a:rPr>
              <a:t>[definition]</a:t>
            </a:r>
            <a:endParaRPr b="0" i="0" sz="1600" u="none" cap="none" strike="noStrike">
              <a:solidFill>
                <a:srgbClr val="0E0142"/>
              </a:solidFill>
              <a:latin typeface="Arial"/>
              <a:ea typeface="Arial"/>
              <a:cs typeface="Arial"/>
              <a:sym typeface="Arial"/>
            </a:endParaRPr>
          </a:p>
        </p:txBody>
      </p:sp>
      <p:graphicFrame>
        <p:nvGraphicFramePr>
          <p:cNvPr id="180" name="Google Shape;180;g3f692b189cf_2_789"/>
          <p:cNvGraphicFramePr/>
          <p:nvPr/>
        </p:nvGraphicFramePr>
        <p:xfrm>
          <a:off x="5402235" y="857119"/>
          <a:ext cx="3000000" cy="3000000"/>
        </p:xfrm>
        <a:graphic>
          <a:graphicData uri="http://schemas.openxmlformats.org/drawingml/2006/table">
            <a:tbl>
              <a:tblPr>
                <a:noFill/>
                <a:tableStyleId>{4C1FB8C8-5756-4EB8-B1D3-D6DF2332B52C}</a:tableStyleId>
              </a:tblPr>
              <a:tblGrid>
                <a:gridCol w="1635025"/>
                <a:gridCol w="1939075"/>
              </a:tblGrid>
              <a:tr h="560750">
                <a:tc>
                  <a:txBody>
                    <a:bodyPr/>
                    <a:lstStyle/>
                    <a:p>
                      <a:pPr indent="0" lvl="0" marL="0" marR="0" rtl="0" algn="l">
                        <a:lnSpc>
                          <a:spcPct val="100000"/>
                        </a:lnSpc>
                        <a:spcBef>
                          <a:spcPts val="0"/>
                        </a:spcBef>
                        <a:spcAft>
                          <a:spcPts val="0"/>
                        </a:spcAft>
                        <a:buClr>
                          <a:srgbClr val="FFFFFF"/>
                        </a:buClr>
                        <a:buSzPts val="1275"/>
                        <a:buFont typeface="Arial"/>
                        <a:buNone/>
                      </a:pPr>
                      <a:r>
                        <a:rPr b="1" lang="en-US" u="none" cap="none" strike="noStrike">
                          <a:solidFill>
                            <a:srgbClr val="FFFFFF"/>
                          </a:solidFill>
                        </a:rPr>
                        <a:t>[Title]</a:t>
                      </a:r>
                      <a:endParaRPr u="none" cap="none" strike="noStrike">
                        <a:latin typeface="Arial"/>
                        <a:ea typeface="Arial"/>
                        <a:cs typeface="Arial"/>
                        <a:sym typeface="Arial"/>
                      </a:endParaRPr>
                    </a:p>
                  </a:txBody>
                  <a:tcPr marT="76200" marB="76200" marR="95250" marL="95250">
                    <a:lnL cap="flat" cmpd="sng" w="7150">
                      <a:solidFill>
                        <a:srgbClr val="DCD6EE"/>
                      </a:solidFill>
                      <a:prstDash val="solid"/>
                      <a:round/>
                      <a:headEnd len="sm" w="sm" type="none"/>
                      <a:tailEnd len="sm" w="sm" type="none"/>
                    </a:lnL>
                    <a:lnR cap="flat" cmpd="sng" w="7150">
                      <a:solidFill>
                        <a:srgbClr val="DCD6EE"/>
                      </a:solidFill>
                      <a:prstDash val="solid"/>
                      <a:round/>
                      <a:headEnd len="sm" w="sm" type="none"/>
                      <a:tailEnd len="sm" w="sm" type="none"/>
                    </a:lnR>
                    <a:lnT cap="flat" cmpd="sng" w="7150">
                      <a:solidFill>
                        <a:srgbClr val="DCD6EE"/>
                      </a:solidFill>
                      <a:prstDash val="solid"/>
                      <a:round/>
                      <a:headEnd len="sm" w="sm" type="none"/>
                      <a:tailEnd len="sm" w="sm" type="none"/>
                    </a:lnT>
                    <a:lnB cap="flat" cmpd="sng" w="7150">
                      <a:solidFill>
                        <a:srgbClr val="FFAB7B"/>
                      </a:solidFill>
                      <a:prstDash val="solid"/>
                      <a:round/>
                      <a:headEnd len="sm" w="sm" type="none"/>
                      <a:tailEnd len="sm" w="sm" type="none"/>
                    </a:lnB>
                    <a:solidFill>
                      <a:srgbClr val="3928AA"/>
                    </a:solidFill>
                  </a:tcPr>
                </a:tc>
                <a:tc>
                  <a:txBody>
                    <a:bodyPr/>
                    <a:lstStyle/>
                    <a:p>
                      <a:pPr indent="0" lvl="0" marL="0" marR="0" rtl="0" algn="l">
                        <a:lnSpc>
                          <a:spcPct val="100000"/>
                        </a:lnSpc>
                        <a:spcBef>
                          <a:spcPts val="0"/>
                        </a:spcBef>
                        <a:spcAft>
                          <a:spcPts val="0"/>
                        </a:spcAft>
                        <a:buClr>
                          <a:schemeClr val="lt1"/>
                        </a:buClr>
                        <a:buSzPts val="1275"/>
                        <a:buFont typeface="Arial"/>
                        <a:buNone/>
                      </a:pPr>
                      <a:r>
                        <a:rPr b="1" lang="en-US" u="none" cap="none" strike="noStrike">
                          <a:solidFill>
                            <a:schemeClr val="lt1"/>
                          </a:solidFill>
                        </a:rPr>
                        <a:t>[Title]</a:t>
                      </a:r>
                      <a:endParaRPr b="1" u="none" cap="none" strike="noStrike">
                        <a:solidFill>
                          <a:srgbClr val="FFFFFF"/>
                        </a:solidFill>
                      </a:endParaRPr>
                    </a:p>
                  </a:txBody>
                  <a:tcPr marT="76200" marB="76200" marR="95250" marL="95250">
                    <a:lnL cap="flat" cmpd="sng" w="7150">
                      <a:solidFill>
                        <a:srgbClr val="DCD6EE"/>
                      </a:solidFill>
                      <a:prstDash val="solid"/>
                      <a:round/>
                      <a:headEnd len="sm" w="sm" type="none"/>
                      <a:tailEnd len="sm" w="sm" type="none"/>
                    </a:lnL>
                    <a:lnR cap="flat" cmpd="sng" w="7150">
                      <a:solidFill>
                        <a:srgbClr val="DCD6EE"/>
                      </a:solidFill>
                      <a:prstDash val="solid"/>
                      <a:round/>
                      <a:headEnd len="sm" w="sm" type="none"/>
                      <a:tailEnd len="sm" w="sm" type="none"/>
                    </a:lnR>
                    <a:lnT cap="flat" cmpd="sng" w="7150">
                      <a:solidFill>
                        <a:srgbClr val="DCD6EE"/>
                      </a:solidFill>
                      <a:prstDash val="solid"/>
                      <a:round/>
                      <a:headEnd len="sm" w="sm" type="none"/>
                      <a:tailEnd len="sm" w="sm" type="none"/>
                    </a:lnT>
                    <a:lnB cap="flat" cmpd="sng" w="7150">
                      <a:solidFill>
                        <a:srgbClr val="FFAB7B"/>
                      </a:solidFill>
                      <a:prstDash val="solid"/>
                      <a:round/>
                      <a:headEnd len="sm" w="sm" type="none"/>
                      <a:tailEnd len="sm" w="sm" type="none"/>
                    </a:lnB>
                    <a:solidFill>
                      <a:srgbClr val="3928AA"/>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FFFF"/>
                    </a:solidFill>
                  </a:tcPr>
                </a:tc>
              </a:tr>
              <a:tr h="841475">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c>
                  <a:txBody>
                    <a:bodyPr/>
                    <a:lstStyle/>
                    <a:p>
                      <a:pPr indent="0" lvl="0" marL="0" marR="0" rtl="0" algn="l">
                        <a:lnSpc>
                          <a:spcPct val="100000"/>
                        </a:lnSpc>
                        <a:spcBef>
                          <a:spcPts val="0"/>
                        </a:spcBef>
                        <a:spcAft>
                          <a:spcPts val="0"/>
                        </a:spcAft>
                        <a:buClr>
                          <a:srgbClr val="0E0142"/>
                        </a:buClr>
                        <a:buSzPts val="1200"/>
                        <a:buFont typeface="Arial"/>
                        <a:buNone/>
                      </a:pPr>
                      <a:r>
                        <a:t/>
                      </a:r>
                      <a:endParaRPr sz="1200" u="none" cap="none" strike="noStrike">
                        <a:latin typeface="Arial"/>
                        <a:ea typeface="Arial"/>
                        <a:cs typeface="Arial"/>
                        <a:sym typeface="Arial"/>
                      </a:endParaRPr>
                    </a:p>
                  </a:txBody>
                  <a:tcPr marT="76200" marB="76200" marR="95250" marL="95250">
                    <a:lnL cap="flat" cmpd="sng" w="7150">
                      <a:solidFill>
                        <a:srgbClr val="FFAB7B"/>
                      </a:solidFill>
                      <a:prstDash val="solid"/>
                      <a:round/>
                      <a:headEnd len="sm" w="sm" type="none"/>
                      <a:tailEnd len="sm" w="sm" type="none"/>
                    </a:lnL>
                    <a:lnR cap="flat" cmpd="sng" w="7150">
                      <a:solidFill>
                        <a:srgbClr val="FFAB7B"/>
                      </a:solidFill>
                      <a:prstDash val="solid"/>
                      <a:round/>
                      <a:headEnd len="sm" w="sm" type="none"/>
                      <a:tailEnd len="sm" w="sm" type="none"/>
                    </a:lnR>
                    <a:lnT cap="flat" cmpd="sng" w="7150">
                      <a:solidFill>
                        <a:srgbClr val="FFAB7B"/>
                      </a:solidFill>
                      <a:prstDash val="solid"/>
                      <a:round/>
                      <a:headEnd len="sm" w="sm" type="none"/>
                      <a:tailEnd len="sm" w="sm" type="none"/>
                    </a:lnT>
                    <a:lnB cap="flat" cmpd="sng" w="7150">
                      <a:solidFill>
                        <a:srgbClr val="FFAB7B"/>
                      </a:solidFill>
                      <a:prstDash val="solid"/>
                      <a:round/>
                      <a:headEnd len="sm" w="sm" type="none"/>
                      <a:tailEnd len="sm" w="sm" type="none"/>
                    </a:lnB>
                    <a:solidFill>
                      <a:srgbClr val="FFAB7B">
                        <a:alpha val="43750"/>
                      </a:srgb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692b189cf_2_160"/>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Quick Write &amp; Discourse Clubs</a:t>
            </a:r>
            <a:endParaRPr b="0" i="0" sz="2700" u="none" cap="none" strike="noStrike">
              <a:solidFill>
                <a:srgbClr val="372CB1"/>
              </a:solidFill>
              <a:latin typeface="Calibri"/>
              <a:ea typeface="Calibri"/>
              <a:cs typeface="Calibri"/>
              <a:sym typeface="Calibri"/>
            </a:endParaRPr>
          </a:p>
        </p:txBody>
      </p:sp>
      <p:sp>
        <p:nvSpPr>
          <p:cNvPr id="187" name="Google Shape;187;g3f692b189cf_2_160"/>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188" name="Google Shape;188;g3f692b189cf_2_160"/>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12</a:t>
            </a:r>
            <a:endParaRPr b="0" i="0" sz="900" u="none" cap="none" strike="noStrike">
              <a:solidFill>
                <a:schemeClr val="dk1"/>
              </a:solidFill>
              <a:latin typeface="Calibri"/>
              <a:ea typeface="Calibri"/>
              <a:cs typeface="Calibri"/>
              <a:sym typeface="Calibri"/>
            </a:endParaRPr>
          </a:p>
        </p:txBody>
      </p:sp>
      <p:sp>
        <p:nvSpPr>
          <p:cNvPr id="189" name="Google Shape;189;g3f692b189cf_2_160"/>
          <p:cNvSpPr/>
          <p:nvPr/>
        </p:nvSpPr>
        <p:spPr>
          <a:xfrm>
            <a:off x="480060" y="1165860"/>
            <a:ext cx="377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QUICK WRITE</a:t>
            </a:r>
            <a:endParaRPr b="0" i="0" sz="1650" u="none" cap="none" strike="noStrike">
              <a:solidFill>
                <a:schemeClr val="dk1"/>
              </a:solidFill>
              <a:latin typeface="Calibri"/>
              <a:ea typeface="Calibri"/>
              <a:cs typeface="Calibri"/>
              <a:sym typeface="Calibri"/>
            </a:endParaRPr>
          </a:p>
        </p:txBody>
      </p:sp>
      <p:sp>
        <p:nvSpPr>
          <p:cNvPr id="190" name="Google Shape;190;g3f692b189cf_2_160"/>
          <p:cNvSpPr/>
          <p:nvPr/>
        </p:nvSpPr>
        <p:spPr>
          <a:xfrm>
            <a:off x="4732020" y="1165860"/>
            <a:ext cx="3771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19A65"/>
              </a:buClr>
              <a:buSzPts val="1350"/>
              <a:buFont typeface="Arial"/>
              <a:buNone/>
            </a:pPr>
            <a:r>
              <a:rPr b="1" i="0" lang="en-US" sz="1650" u="none" cap="none" strike="noStrike">
                <a:solidFill>
                  <a:srgbClr val="F19A65"/>
                </a:solidFill>
                <a:latin typeface="Arial"/>
                <a:ea typeface="Arial"/>
                <a:cs typeface="Arial"/>
                <a:sym typeface="Arial"/>
              </a:rPr>
              <a:t>DISCOURSE CLUBS</a:t>
            </a:r>
            <a:endParaRPr b="0" i="0" sz="1650" u="none" cap="none" strike="noStrike">
              <a:solidFill>
                <a:schemeClr val="dk1"/>
              </a:solidFill>
              <a:latin typeface="Calibri"/>
              <a:ea typeface="Calibri"/>
              <a:cs typeface="Calibri"/>
              <a:sym typeface="Calibri"/>
            </a:endParaRPr>
          </a:p>
        </p:txBody>
      </p:sp>
      <p:sp>
        <p:nvSpPr>
          <p:cNvPr id="191" name="Google Shape;191;g3f692b189cf_2_160"/>
          <p:cNvSpPr/>
          <p:nvPr/>
        </p:nvSpPr>
        <p:spPr>
          <a:xfrm>
            <a:off x="4732020" y="1474470"/>
            <a:ext cx="3909300" cy="2400300"/>
          </a:xfrm>
          <a:prstGeom prst="roundRect">
            <a:avLst>
              <a:gd fmla="val 2857" name="adj"/>
            </a:avLst>
          </a:prstGeom>
          <a:solidFill>
            <a:srgbClr val="FDEEF2"/>
          </a:solidFill>
          <a:ln cap="flat" cmpd="sng" w="11900">
            <a:solidFill>
              <a:srgbClr val="ED6A91"/>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192" name="Google Shape;192;g3f692b189cf_2_160"/>
          <p:cNvSpPr/>
          <p:nvPr/>
        </p:nvSpPr>
        <p:spPr>
          <a:xfrm>
            <a:off x="4903470" y="1474470"/>
            <a:ext cx="3566400" cy="240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28AA"/>
              </a:buClr>
              <a:buSzPts val="1425"/>
              <a:buFont typeface="Arial"/>
              <a:buNone/>
            </a:pPr>
            <a:r>
              <a:rPr b="1" i="0" lang="en-US" u="none" cap="none" strike="noStrike">
                <a:solidFill>
                  <a:srgbClr val="3928AA"/>
                </a:solidFill>
                <a:latin typeface="Arial"/>
                <a:ea typeface="Arial"/>
                <a:cs typeface="Arial"/>
                <a:sym typeface="Arial"/>
              </a:rPr>
              <a:t>Prompt</a:t>
            </a:r>
            <a:br>
              <a:rPr b="1" i="0" lang="en-US" u="none" cap="none" strike="noStrike">
                <a:solidFill>
                  <a:srgbClr val="3928AA"/>
                </a:solidFill>
                <a:latin typeface="Arial"/>
                <a:ea typeface="Arial"/>
                <a:cs typeface="Arial"/>
                <a:sym typeface="Arial"/>
              </a:rPr>
            </a:br>
            <a:endParaRPr b="1" i="0" u="none" cap="none" strike="noStrike">
              <a:solidFill>
                <a:srgbClr val="3928AA"/>
              </a:solidFill>
              <a:latin typeface="Arial"/>
              <a:ea typeface="Arial"/>
              <a:cs typeface="Arial"/>
              <a:sym typeface="Arial"/>
            </a:endParaRPr>
          </a:p>
          <a:p>
            <a:pPr indent="0" lvl="0" marL="0" marR="0" rtl="0" algn="l">
              <a:lnSpc>
                <a:spcPct val="100000"/>
              </a:lnSpc>
              <a:spcBef>
                <a:spcPts val="0"/>
              </a:spcBef>
              <a:spcAft>
                <a:spcPts val="0"/>
              </a:spcAft>
              <a:buClr>
                <a:srgbClr val="3928AA"/>
              </a:buClr>
              <a:buSzPts val="1425"/>
              <a:buFont typeface="Arial"/>
              <a:buNone/>
            </a:pPr>
            <a:r>
              <a:rPr b="0" i="0" lang="en-US" sz="1800" u="none" cap="none" strike="noStrike">
                <a:solidFill>
                  <a:srgbClr val="0E0142"/>
                </a:solidFill>
                <a:latin typeface="Arial"/>
                <a:ea typeface="Arial"/>
                <a:cs typeface="Arial"/>
                <a:sym typeface="Arial"/>
              </a:rPr>
              <a:t>[insert discourse club prompt here]</a:t>
            </a:r>
            <a:endParaRPr b="0" i="0" sz="1800" u="none" cap="none" strike="noStrike">
              <a:solidFill>
                <a:schemeClr val="dk1"/>
              </a:solidFill>
              <a:latin typeface="Calibri"/>
              <a:ea typeface="Calibri"/>
              <a:cs typeface="Calibri"/>
              <a:sym typeface="Calibri"/>
            </a:endParaRPr>
          </a:p>
        </p:txBody>
      </p:sp>
      <p:sp>
        <p:nvSpPr>
          <p:cNvPr id="193" name="Google Shape;193;g3f692b189cf_2_160"/>
          <p:cNvSpPr/>
          <p:nvPr/>
        </p:nvSpPr>
        <p:spPr>
          <a:xfrm>
            <a:off x="467836" y="1474470"/>
            <a:ext cx="3909300" cy="2400300"/>
          </a:xfrm>
          <a:prstGeom prst="roundRect">
            <a:avLst>
              <a:gd fmla="val 2857" name="adj"/>
            </a:avLst>
          </a:prstGeom>
          <a:solidFill>
            <a:srgbClr val="FDEEF2"/>
          </a:solidFill>
          <a:ln cap="flat" cmpd="sng" w="11900">
            <a:solidFill>
              <a:srgbClr val="ED6A91"/>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194" name="Google Shape;194;g3f692b189cf_2_160"/>
          <p:cNvSpPr/>
          <p:nvPr/>
        </p:nvSpPr>
        <p:spPr>
          <a:xfrm>
            <a:off x="639286" y="1474470"/>
            <a:ext cx="3566400" cy="240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28AA"/>
              </a:buClr>
              <a:buSzPts val="1425"/>
              <a:buFont typeface="Arial"/>
              <a:buNone/>
            </a:pPr>
            <a:r>
              <a:rPr b="1" i="0" lang="en-US" u="none" cap="none" strike="noStrike">
                <a:solidFill>
                  <a:srgbClr val="3928AA"/>
                </a:solidFill>
                <a:latin typeface="Arial"/>
                <a:ea typeface="Arial"/>
                <a:cs typeface="Arial"/>
                <a:sym typeface="Arial"/>
              </a:rPr>
              <a:t>Prompt</a:t>
            </a:r>
            <a:br>
              <a:rPr b="1" i="0" lang="en-US" u="none" cap="none" strike="noStrike">
                <a:solidFill>
                  <a:srgbClr val="3928AA"/>
                </a:solidFill>
                <a:latin typeface="Arial"/>
                <a:ea typeface="Arial"/>
                <a:cs typeface="Arial"/>
                <a:sym typeface="Arial"/>
              </a:rPr>
            </a:br>
            <a:endParaRPr b="1">
              <a:solidFill>
                <a:srgbClr val="3928AA"/>
              </a:solidFill>
            </a:endParaRPr>
          </a:p>
          <a:p>
            <a:pPr indent="0" lvl="0" marL="0" marR="0" rtl="0" algn="l">
              <a:lnSpc>
                <a:spcPct val="100000"/>
              </a:lnSpc>
              <a:spcBef>
                <a:spcPts val="0"/>
              </a:spcBef>
              <a:spcAft>
                <a:spcPts val="0"/>
              </a:spcAft>
              <a:buClr>
                <a:srgbClr val="3928AA"/>
              </a:buClr>
              <a:buSzPts val="1425"/>
              <a:buFont typeface="Arial"/>
              <a:buNone/>
            </a:pPr>
            <a:r>
              <a:rPr b="0" i="0" lang="en-US" sz="1800" u="none" cap="none" strike="noStrike">
                <a:solidFill>
                  <a:srgbClr val="0E0142"/>
                </a:solidFill>
                <a:latin typeface="Arial"/>
                <a:ea typeface="Arial"/>
                <a:cs typeface="Arial"/>
                <a:sym typeface="Arial"/>
              </a:rPr>
              <a:t>[insert quick write prompt here]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f692b189cf_2_500"/>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Discourse Clubs</a:t>
            </a:r>
            <a:endParaRPr b="0" i="0" sz="2700" u="none" cap="none" strike="noStrike">
              <a:solidFill>
                <a:srgbClr val="372CB1"/>
              </a:solidFill>
              <a:latin typeface="Calibri"/>
              <a:ea typeface="Calibri"/>
              <a:cs typeface="Calibri"/>
              <a:sym typeface="Calibri"/>
            </a:endParaRPr>
          </a:p>
        </p:txBody>
      </p:sp>
      <p:sp>
        <p:nvSpPr>
          <p:cNvPr id="201" name="Google Shape;201;g3f692b189cf_2_500"/>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202" name="Google Shape;202;g3f692b189cf_2_500"/>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12</a:t>
            </a:r>
            <a:endParaRPr b="0" i="0" sz="900" u="none" cap="none" strike="noStrike">
              <a:solidFill>
                <a:schemeClr val="dk1"/>
              </a:solidFill>
              <a:latin typeface="Calibri"/>
              <a:ea typeface="Calibri"/>
              <a:cs typeface="Calibri"/>
              <a:sym typeface="Calibri"/>
            </a:endParaRPr>
          </a:p>
        </p:txBody>
      </p:sp>
      <p:sp>
        <p:nvSpPr>
          <p:cNvPr id="203" name="Google Shape;203;g3f692b189cf_2_500"/>
          <p:cNvSpPr/>
          <p:nvPr/>
        </p:nvSpPr>
        <p:spPr>
          <a:xfrm>
            <a:off x="476250" y="1333500"/>
            <a:ext cx="2095500" cy="2667000"/>
          </a:xfrm>
          <a:prstGeom prst="roundRect">
            <a:avLst>
              <a:gd fmla="val 5454" name="adj"/>
            </a:avLst>
          </a:prstGeom>
          <a:solidFill>
            <a:srgbClr val="FDEE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g3f692b189cf_2_500"/>
          <p:cNvSpPr txBox="1"/>
          <p:nvPr/>
        </p:nvSpPr>
        <p:spPr>
          <a:xfrm>
            <a:off x="666750" y="2384916"/>
            <a:ext cx="1714500" cy="12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Discourse Clubs</a:t>
            </a:r>
            <a:endParaRPr b="1">
              <a:solidFill>
                <a:srgbClr val="3928AA"/>
              </a:solidFill>
              <a:latin typeface="Arial"/>
              <a:ea typeface="Arial"/>
              <a:cs typeface="Arial"/>
              <a:sym typeface="Arial"/>
            </a:endParaRPr>
          </a:p>
          <a:p>
            <a:pPr indent="0" lvl="0" marL="0" rtl="0" algn="l">
              <a:spcBef>
                <a:spcPts val="1000"/>
              </a:spcBef>
              <a:spcAft>
                <a:spcPts val="1000"/>
              </a:spcAft>
              <a:buNone/>
            </a:pPr>
            <a:r>
              <a:rPr b="0" lang="en-US">
                <a:solidFill>
                  <a:srgbClr val="110045"/>
                </a:solidFill>
                <a:latin typeface="Arial"/>
                <a:ea typeface="Arial"/>
                <a:cs typeface="Arial"/>
                <a:sym typeface="Arial"/>
              </a:rPr>
              <a:t>Collaborate with your club to discuss and deepen your understanding of the text.</a:t>
            </a:r>
            <a:endParaRPr b="0">
              <a:solidFill>
                <a:srgbClr val="110045"/>
              </a:solidFill>
              <a:latin typeface="Arial"/>
              <a:ea typeface="Arial"/>
              <a:cs typeface="Arial"/>
              <a:sym typeface="Arial"/>
            </a:endParaRPr>
          </a:p>
        </p:txBody>
      </p:sp>
      <p:pic>
        <p:nvPicPr>
          <p:cNvPr id="205" name="Google Shape;205;g3f692b189cf_2_500" title="Discourse Club.png"/>
          <p:cNvPicPr preferRelativeResize="0"/>
          <p:nvPr/>
        </p:nvPicPr>
        <p:blipFill>
          <a:blip r:embed="rId3">
            <a:alphaModFix/>
          </a:blip>
          <a:stretch>
            <a:fillRect/>
          </a:stretch>
        </p:blipFill>
        <p:spPr>
          <a:xfrm>
            <a:off x="666750" y="1580566"/>
            <a:ext cx="670225" cy="646300"/>
          </a:xfrm>
          <a:prstGeom prst="rect">
            <a:avLst/>
          </a:prstGeom>
          <a:solidFill>
            <a:srgbClr val="FDEEF2"/>
          </a:solidFill>
          <a:ln>
            <a:noFill/>
          </a:ln>
        </p:spPr>
      </p:pic>
      <p:pic>
        <p:nvPicPr>
          <p:cNvPr id="206" name="Google Shape;206;g3f692b189cf_2_500"/>
          <p:cNvPicPr preferRelativeResize="0"/>
          <p:nvPr/>
        </p:nvPicPr>
        <p:blipFill rotWithShape="1">
          <a:blip r:embed="rId4">
            <a:alphaModFix/>
          </a:blip>
          <a:srcRect b="-4451" l="11817" r="25428" t="43557"/>
          <a:stretch/>
        </p:blipFill>
        <p:spPr>
          <a:xfrm>
            <a:off x="5479875" y="0"/>
            <a:ext cx="3664125" cy="3160526"/>
          </a:xfrm>
          <a:prstGeom prst="rect">
            <a:avLst/>
          </a:prstGeom>
          <a:noFill/>
          <a:ln>
            <a:noFill/>
          </a:ln>
        </p:spPr>
      </p:pic>
      <p:grpSp>
        <p:nvGrpSpPr>
          <p:cNvPr id="207" name="Google Shape;207;g3f692b189cf_2_500"/>
          <p:cNvGrpSpPr/>
          <p:nvPr/>
        </p:nvGrpSpPr>
        <p:grpSpPr>
          <a:xfrm>
            <a:off x="2857500" y="1333500"/>
            <a:ext cx="5810400" cy="2667000"/>
            <a:chOff x="2857500" y="1333500"/>
            <a:chExt cx="5810400" cy="2667000"/>
          </a:xfrm>
        </p:grpSpPr>
        <p:sp>
          <p:nvSpPr>
            <p:cNvPr id="208" name="Google Shape;208;g3f692b189cf_2_500"/>
            <p:cNvSpPr/>
            <p:nvPr/>
          </p:nvSpPr>
          <p:spPr>
            <a:xfrm>
              <a:off x="2857500" y="1333500"/>
              <a:ext cx="5810400" cy="2667000"/>
            </a:xfrm>
            <a:prstGeom prst="roundRect">
              <a:avLst>
                <a:gd fmla="val 4285" name="adj"/>
              </a:avLst>
            </a:prstGeom>
            <a:solidFill>
              <a:srgbClr val="FFFFFF"/>
            </a:solidFill>
            <a:ln cap="flat" cmpd="sng" w="14300">
              <a:solidFill>
                <a:srgbClr val="FDEE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g3f692b189cf_2_500"/>
            <p:cNvSpPr/>
            <p:nvPr/>
          </p:nvSpPr>
          <p:spPr>
            <a:xfrm>
              <a:off x="2857500" y="1333500"/>
              <a:ext cx="76200" cy="2667000"/>
            </a:xfrm>
            <a:prstGeom prst="roundRect">
              <a:avLst>
                <a:gd fmla="val 50000" name="adj"/>
              </a:avLst>
            </a:prstGeom>
            <a:solidFill>
              <a:srgbClr val="F19A6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g3f692b189cf_2_500"/>
            <p:cNvSpPr txBox="1"/>
            <p:nvPr/>
          </p:nvSpPr>
          <p:spPr>
            <a:xfrm>
              <a:off x="3143250" y="1333500"/>
              <a:ext cx="5238900" cy="2667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F19A65"/>
                  </a:solidFill>
                  <a:latin typeface="Arial"/>
                  <a:ea typeface="Arial"/>
                  <a:cs typeface="Arial"/>
                  <a:sym typeface="Arial"/>
                </a:rPr>
                <a:t>Prompt</a:t>
              </a:r>
              <a:endParaRPr b="1">
                <a:solidFill>
                  <a:srgbClr val="F19A65"/>
                </a:solidFill>
                <a:latin typeface="Arial"/>
                <a:ea typeface="Arial"/>
                <a:cs typeface="Arial"/>
                <a:sym typeface="Arial"/>
              </a:endParaRPr>
            </a:p>
            <a:p>
              <a:pPr indent="0" lvl="0" marL="0" rtl="0" algn="l">
                <a:spcBef>
                  <a:spcPts val="900"/>
                </a:spcBef>
                <a:spcAft>
                  <a:spcPts val="0"/>
                </a:spcAft>
                <a:buNone/>
              </a:pPr>
              <a:r>
                <a:rPr lang="en-US" sz="1800">
                  <a:solidFill>
                    <a:srgbClr val="0E0142"/>
                  </a:solidFill>
                </a:rPr>
                <a:t>[insert discourse club prompt here]</a:t>
              </a:r>
              <a:endParaRPr sz="1800">
                <a:solidFill>
                  <a:srgbClr val="0E0142"/>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f692b189cf_2_173"/>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lang="en-US" sz="2700">
                <a:solidFill>
                  <a:srgbClr val="372CB1"/>
                </a:solidFill>
              </a:rPr>
              <a:t>Quick Write</a:t>
            </a:r>
            <a:endParaRPr b="0" i="0" sz="2700" u="none" cap="none" strike="noStrike">
              <a:solidFill>
                <a:srgbClr val="372CB1"/>
              </a:solidFill>
              <a:latin typeface="Calibri"/>
              <a:ea typeface="Calibri"/>
              <a:cs typeface="Calibri"/>
              <a:sym typeface="Calibri"/>
            </a:endParaRPr>
          </a:p>
        </p:txBody>
      </p:sp>
      <p:sp>
        <p:nvSpPr>
          <p:cNvPr id="217" name="Google Shape;217;g3f692b189cf_2_173"/>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218" name="Google Shape;218;g3f692b189cf_2_173"/>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13</a:t>
            </a:r>
            <a:endParaRPr b="0" i="0" sz="900" u="none" cap="none" strike="noStrike">
              <a:solidFill>
                <a:schemeClr val="dk1"/>
              </a:solidFill>
              <a:latin typeface="Calibri"/>
              <a:ea typeface="Calibri"/>
              <a:cs typeface="Calibri"/>
              <a:sym typeface="Calibri"/>
            </a:endParaRPr>
          </a:p>
        </p:txBody>
      </p:sp>
      <p:sp>
        <p:nvSpPr>
          <p:cNvPr id="219" name="Google Shape;219;g3f692b189cf_2_173"/>
          <p:cNvSpPr/>
          <p:nvPr/>
        </p:nvSpPr>
        <p:spPr>
          <a:xfrm>
            <a:off x="476250" y="1333500"/>
            <a:ext cx="2095500" cy="2667000"/>
          </a:xfrm>
          <a:prstGeom prst="roundRect">
            <a:avLst>
              <a:gd fmla="val 5454" name="adj"/>
            </a:avLst>
          </a:prstGeom>
          <a:solidFill>
            <a:srgbClr val="FFAB7B">
              <a:alpha val="4375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g3f692b189cf_2_173"/>
          <p:cNvSpPr txBox="1"/>
          <p:nvPr/>
        </p:nvSpPr>
        <p:spPr>
          <a:xfrm>
            <a:off x="666750" y="2319731"/>
            <a:ext cx="1714500" cy="131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Quick Write</a:t>
            </a:r>
            <a:endParaRPr b="1">
              <a:solidFill>
                <a:srgbClr val="3928AA"/>
              </a:solidFill>
              <a:latin typeface="Arial"/>
              <a:ea typeface="Arial"/>
              <a:cs typeface="Arial"/>
              <a:sym typeface="Arial"/>
            </a:endParaRPr>
          </a:p>
          <a:p>
            <a:pPr indent="0" lvl="0" marL="0" rtl="0" algn="l">
              <a:spcBef>
                <a:spcPts val="1000"/>
              </a:spcBef>
              <a:spcAft>
                <a:spcPts val="1000"/>
              </a:spcAft>
              <a:buNone/>
            </a:pPr>
            <a:r>
              <a:rPr b="0" lang="en-US">
                <a:solidFill>
                  <a:srgbClr val="110045"/>
                </a:solidFill>
                <a:latin typeface="Arial"/>
                <a:ea typeface="Arial"/>
                <a:cs typeface="Arial"/>
                <a:sym typeface="Arial"/>
              </a:rPr>
              <a:t>Take a few minutes to write down your initial thoughts and response to the prompt.</a:t>
            </a:r>
            <a:endParaRPr>
              <a:solidFill>
                <a:srgbClr val="110045"/>
              </a:solidFill>
              <a:latin typeface="Arial"/>
              <a:ea typeface="Arial"/>
              <a:cs typeface="Arial"/>
              <a:sym typeface="Arial"/>
            </a:endParaRPr>
          </a:p>
        </p:txBody>
      </p:sp>
      <p:pic>
        <p:nvPicPr>
          <p:cNvPr id="221" name="Google Shape;221;g3f692b189cf_2_173" title="Quick Write.png"/>
          <p:cNvPicPr preferRelativeResize="0"/>
          <p:nvPr/>
        </p:nvPicPr>
        <p:blipFill>
          <a:blip r:embed="rId3">
            <a:alphaModFix/>
          </a:blip>
          <a:stretch>
            <a:fillRect/>
          </a:stretch>
        </p:blipFill>
        <p:spPr>
          <a:xfrm>
            <a:off x="666750" y="1655056"/>
            <a:ext cx="918753" cy="548400"/>
          </a:xfrm>
          <a:prstGeom prst="rect">
            <a:avLst/>
          </a:prstGeom>
          <a:noFill/>
          <a:ln>
            <a:noFill/>
          </a:ln>
        </p:spPr>
      </p:pic>
      <p:pic>
        <p:nvPicPr>
          <p:cNvPr id="222" name="Google Shape;222;g3f692b189cf_2_173"/>
          <p:cNvPicPr preferRelativeResize="0"/>
          <p:nvPr/>
        </p:nvPicPr>
        <p:blipFill rotWithShape="1">
          <a:blip r:embed="rId4">
            <a:alphaModFix/>
          </a:blip>
          <a:srcRect b="-4451" l="11817" r="25428" t="43557"/>
          <a:stretch/>
        </p:blipFill>
        <p:spPr>
          <a:xfrm>
            <a:off x="5479875" y="0"/>
            <a:ext cx="3664125" cy="3160526"/>
          </a:xfrm>
          <a:prstGeom prst="rect">
            <a:avLst/>
          </a:prstGeom>
          <a:noFill/>
          <a:ln>
            <a:noFill/>
          </a:ln>
        </p:spPr>
      </p:pic>
      <p:grpSp>
        <p:nvGrpSpPr>
          <p:cNvPr id="223" name="Google Shape;223;g3f692b189cf_2_173"/>
          <p:cNvGrpSpPr/>
          <p:nvPr/>
        </p:nvGrpSpPr>
        <p:grpSpPr>
          <a:xfrm>
            <a:off x="2857500" y="1333500"/>
            <a:ext cx="5334000" cy="2667000"/>
            <a:chOff x="2857500" y="1333500"/>
            <a:chExt cx="5334000" cy="2667000"/>
          </a:xfrm>
        </p:grpSpPr>
        <p:sp>
          <p:nvSpPr>
            <p:cNvPr id="224" name="Google Shape;224;g3f692b189cf_2_173"/>
            <p:cNvSpPr/>
            <p:nvPr/>
          </p:nvSpPr>
          <p:spPr>
            <a:xfrm>
              <a:off x="2857500" y="1333500"/>
              <a:ext cx="5334000" cy="2667000"/>
            </a:xfrm>
            <a:prstGeom prst="roundRect">
              <a:avLst>
                <a:gd fmla="val 4285" name="adj"/>
              </a:avLst>
            </a:prstGeom>
            <a:solidFill>
              <a:srgbClr val="FFFFFF"/>
            </a:solidFill>
            <a:ln cap="flat" cmpd="sng" w="14300">
              <a:solidFill>
                <a:srgbClr val="FDEE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g3f692b189cf_2_173"/>
            <p:cNvSpPr/>
            <p:nvPr/>
          </p:nvSpPr>
          <p:spPr>
            <a:xfrm>
              <a:off x="2857500" y="1333500"/>
              <a:ext cx="76200" cy="2667000"/>
            </a:xfrm>
            <a:prstGeom prst="roundRect">
              <a:avLst>
                <a:gd fmla="val 50000" name="adj"/>
              </a:avLst>
            </a:prstGeom>
            <a:solidFill>
              <a:srgbClr val="ED6A9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g3f692b189cf_2_173"/>
            <p:cNvSpPr txBox="1"/>
            <p:nvPr/>
          </p:nvSpPr>
          <p:spPr>
            <a:xfrm>
              <a:off x="3143250" y="1333500"/>
              <a:ext cx="4762500" cy="26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ED6A91"/>
                  </a:solidFill>
                  <a:latin typeface="Arial"/>
                  <a:ea typeface="Arial"/>
                  <a:cs typeface="Arial"/>
                  <a:sym typeface="Arial"/>
                </a:rPr>
                <a:t>Prompt</a:t>
              </a:r>
              <a:endParaRPr b="1">
                <a:solidFill>
                  <a:srgbClr val="ED6A91"/>
                </a:solidFill>
                <a:latin typeface="Arial"/>
                <a:ea typeface="Arial"/>
                <a:cs typeface="Arial"/>
                <a:sym typeface="Arial"/>
              </a:endParaRPr>
            </a:p>
            <a:p>
              <a:pPr indent="0" lvl="0" marL="0" rtl="0" algn="l">
                <a:spcBef>
                  <a:spcPts val="0"/>
                </a:spcBef>
                <a:spcAft>
                  <a:spcPts val="0"/>
                </a:spcAft>
                <a:buNone/>
              </a:pPr>
              <a:r>
                <a:t/>
              </a:r>
              <a:endParaRPr b="1" sz="1200">
                <a:solidFill>
                  <a:srgbClr val="ED6A91"/>
                </a:solidFill>
                <a:latin typeface="Arial"/>
                <a:ea typeface="Arial"/>
                <a:cs typeface="Arial"/>
                <a:sym typeface="Arial"/>
              </a:endParaRPr>
            </a:p>
            <a:p>
              <a:pPr indent="0" lvl="0" marL="0" rtl="0" algn="l">
                <a:spcBef>
                  <a:spcPts val="0"/>
                </a:spcBef>
                <a:spcAft>
                  <a:spcPts val="0"/>
                </a:spcAft>
                <a:buNone/>
              </a:pPr>
              <a:r>
                <a:rPr lang="en-US" sz="1800">
                  <a:solidFill>
                    <a:srgbClr val="0E0142"/>
                  </a:solidFill>
                </a:rPr>
                <a:t>[insert quick write prompt here]</a:t>
              </a:r>
              <a:endParaRPr sz="1800"/>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f692b189cf_2_356"/>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i="0" lang="en-US" sz="2700" u="none" cap="none" strike="noStrike">
                <a:solidFill>
                  <a:srgbClr val="372CB1"/>
                </a:solidFill>
                <a:latin typeface="Arial"/>
                <a:ea typeface="Arial"/>
                <a:cs typeface="Arial"/>
                <a:sym typeface="Arial"/>
              </a:rPr>
              <a:t>Whole-Class Discourse</a:t>
            </a:r>
            <a:endParaRPr b="0" i="0" sz="2700" u="none" cap="none" strike="noStrike">
              <a:solidFill>
                <a:srgbClr val="372CB1"/>
              </a:solidFill>
              <a:latin typeface="Calibri"/>
              <a:ea typeface="Calibri"/>
              <a:cs typeface="Calibri"/>
              <a:sym typeface="Calibri"/>
            </a:endParaRPr>
          </a:p>
        </p:txBody>
      </p:sp>
      <p:sp>
        <p:nvSpPr>
          <p:cNvPr id="233" name="Google Shape;233;g3f692b189cf_2_356"/>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234" name="Google Shape;234;g3f692b189cf_2_356"/>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13</a:t>
            </a:r>
            <a:endParaRPr b="0" i="0" sz="900" u="none" cap="none" strike="noStrike">
              <a:solidFill>
                <a:schemeClr val="dk1"/>
              </a:solidFill>
              <a:latin typeface="Calibri"/>
              <a:ea typeface="Calibri"/>
              <a:cs typeface="Calibri"/>
              <a:sym typeface="Calibri"/>
            </a:endParaRPr>
          </a:p>
        </p:txBody>
      </p:sp>
      <p:sp>
        <p:nvSpPr>
          <p:cNvPr id="235" name="Google Shape;235;g3f692b189cf_2_356"/>
          <p:cNvSpPr/>
          <p:nvPr/>
        </p:nvSpPr>
        <p:spPr>
          <a:xfrm>
            <a:off x="476250" y="1333500"/>
            <a:ext cx="2095500" cy="2667000"/>
          </a:xfrm>
          <a:prstGeom prst="roundRect">
            <a:avLst>
              <a:gd fmla="val 5454" name="adj"/>
            </a:avLst>
          </a:prstGeom>
          <a:solidFill>
            <a:srgbClr val="ECEA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g3f692b189cf_2_356"/>
          <p:cNvSpPr txBox="1"/>
          <p:nvPr/>
        </p:nvSpPr>
        <p:spPr>
          <a:xfrm>
            <a:off x="578275" y="2430562"/>
            <a:ext cx="1887000" cy="1280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Whole-Class Discourse</a:t>
            </a:r>
            <a:endParaRPr b="1">
              <a:solidFill>
                <a:srgbClr val="3928AA"/>
              </a:solidFill>
              <a:latin typeface="Arial"/>
              <a:ea typeface="Arial"/>
              <a:cs typeface="Arial"/>
              <a:sym typeface="Arial"/>
            </a:endParaRPr>
          </a:p>
          <a:p>
            <a:pPr indent="0" lvl="0" marL="0" rtl="0" algn="l">
              <a:spcBef>
                <a:spcPts val="1000"/>
              </a:spcBef>
              <a:spcAft>
                <a:spcPts val="1000"/>
              </a:spcAft>
              <a:buNone/>
            </a:pPr>
            <a:r>
              <a:rPr b="0" lang="en-US">
                <a:solidFill>
                  <a:srgbClr val="110045"/>
                </a:solidFill>
                <a:latin typeface="Arial"/>
                <a:ea typeface="Arial"/>
                <a:cs typeface="Arial"/>
                <a:sym typeface="Arial"/>
              </a:rPr>
              <a:t>Share your ideas, listen to your classmates, and build on each other's thinking.</a:t>
            </a:r>
            <a:endParaRPr b="0">
              <a:solidFill>
                <a:srgbClr val="110045"/>
              </a:solidFill>
              <a:latin typeface="Arial"/>
              <a:ea typeface="Arial"/>
              <a:cs typeface="Arial"/>
              <a:sym typeface="Arial"/>
            </a:endParaRPr>
          </a:p>
        </p:txBody>
      </p:sp>
      <p:pic>
        <p:nvPicPr>
          <p:cNvPr id="237" name="Google Shape;237;g3f692b189cf_2_356" title="Discourse.png"/>
          <p:cNvPicPr preferRelativeResize="0"/>
          <p:nvPr/>
        </p:nvPicPr>
        <p:blipFill>
          <a:blip r:embed="rId3">
            <a:alphaModFix/>
          </a:blip>
          <a:stretch>
            <a:fillRect/>
          </a:stretch>
        </p:blipFill>
        <p:spPr>
          <a:xfrm>
            <a:off x="666750" y="1511211"/>
            <a:ext cx="830375" cy="740125"/>
          </a:xfrm>
          <a:prstGeom prst="rect">
            <a:avLst/>
          </a:prstGeom>
          <a:noFill/>
          <a:ln>
            <a:noFill/>
          </a:ln>
        </p:spPr>
      </p:pic>
      <p:pic>
        <p:nvPicPr>
          <p:cNvPr id="238" name="Google Shape;238;g3f692b189cf_2_356"/>
          <p:cNvPicPr preferRelativeResize="0"/>
          <p:nvPr/>
        </p:nvPicPr>
        <p:blipFill rotWithShape="1">
          <a:blip r:embed="rId4">
            <a:alphaModFix/>
          </a:blip>
          <a:srcRect b="-4451" l="11817" r="25428" t="43557"/>
          <a:stretch/>
        </p:blipFill>
        <p:spPr>
          <a:xfrm>
            <a:off x="5479875" y="0"/>
            <a:ext cx="3664125" cy="3160526"/>
          </a:xfrm>
          <a:prstGeom prst="rect">
            <a:avLst/>
          </a:prstGeom>
          <a:noFill/>
          <a:ln>
            <a:noFill/>
          </a:ln>
        </p:spPr>
      </p:pic>
      <p:grpSp>
        <p:nvGrpSpPr>
          <p:cNvPr id="239" name="Google Shape;239;g3f692b189cf_2_356"/>
          <p:cNvGrpSpPr/>
          <p:nvPr/>
        </p:nvGrpSpPr>
        <p:grpSpPr>
          <a:xfrm>
            <a:off x="2857500" y="1333500"/>
            <a:ext cx="5810400" cy="2667000"/>
            <a:chOff x="2857500" y="1333500"/>
            <a:chExt cx="5810400" cy="2667000"/>
          </a:xfrm>
        </p:grpSpPr>
        <p:sp>
          <p:nvSpPr>
            <p:cNvPr id="240" name="Google Shape;240;g3f692b189cf_2_356"/>
            <p:cNvSpPr/>
            <p:nvPr/>
          </p:nvSpPr>
          <p:spPr>
            <a:xfrm>
              <a:off x="2857500" y="1333500"/>
              <a:ext cx="5810400" cy="2667000"/>
            </a:xfrm>
            <a:prstGeom prst="roundRect">
              <a:avLst>
                <a:gd fmla="val 4285" name="adj"/>
              </a:avLst>
            </a:prstGeom>
            <a:solidFill>
              <a:srgbClr val="FFFFFF"/>
            </a:solidFill>
            <a:ln cap="flat" cmpd="sng" w="14300">
              <a:solidFill>
                <a:srgbClr val="FDEE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g3f692b189cf_2_356"/>
            <p:cNvSpPr/>
            <p:nvPr/>
          </p:nvSpPr>
          <p:spPr>
            <a:xfrm>
              <a:off x="2857500" y="1333500"/>
              <a:ext cx="76200" cy="2667000"/>
            </a:xfrm>
            <a:prstGeom prst="roundRect">
              <a:avLst>
                <a:gd fmla="val 50000" name="adj"/>
              </a:avLst>
            </a:prstGeom>
            <a:solidFill>
              <a:srgbClr val="3928A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g3f692b189cf_2_356"/>
            <p:cNvSpPr txBox="1"/>
            <p:nvPr/>
          </p:nvSpPr>
          <p:spPr>
            <a:xfrm>
              <a:off x="3143250" y="1333500"/>
              <a:ext cx="5238900" cy="2667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Prompt</a:t>
              </a:r>
              <a:endParaRPr b="1">
                <a:solidFill>
                  <a:srgbClr val="3928AA"/>
                </a:solidFill>
                <a:latin typeface="Arial"/>
                <a:ea typeface="Arial"/>
                <a:cs typeface="Arial"/>
                <a:sym typeface="Arial"/>
              </a:endParaRPr>
            </a:p>
            <a:p>
              <a:pPr indent="0" lvl="0" marL="0" rtl="0" algn="l">
                <a:spcBef>
                  <a:spcPts val="900"/>
                </a:spcBef>
                <a:spcAft>
                  <a:spcPts val="0"/>
                </a:spcAft>
                <a:buNone/>
              </a:pPr>
              <a:r>
                <a:rPr lang="en-US" sz="1800">
                  <a:solidFill>
                    <a:srgbClr val="0E0142"/>
                  </a:solidFill>
                </a:rPr>
                <a:t>[insert whole-class discourse prompt here]</a:t>
              </a:r>
              <a:endParaRPr sz="1800">
                <a:solidFill>
                  <a:srgbClr val="3928AA"/>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f692b189cf_2_182"/>
          <p:cNvSpPr/>
          <p:nvPr/>
        </p:nvSpPr>
        <p:spPr>
          <a:xfrm>
            <a:off x="480060" y="308610"/>
            <a:ext cx="81816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0142"/>
              </a:buClr>
              <a:buSzPts val="2700"/>
              <a:buFont typeface="Arial"/>
              <a:buNone/>
            </a:pPr>
            <a:r>
              <a:rPr b="1" lang="en-US" sz="2700">
                <a:solidFill>
                  <a:srgbClr val="372CB1"/>
                </a:solidFill>
              </a:rPr>
              <a:t>Closing</a:t>
            </a:r>
            <a:endParaRPr b="0" i="0" sz="2700" u="none" cap="none" strike="noStrike">
              <a:solidFill>
                <a:srgbClr val="372CB1"/>
              </a:solidFill>
              <a:latin typeface="Calibri"/>
              <a:ea typeface="Calibri"/>
              <a:cs typeface="Calibri"/>
              <a:sym typeface="Calibri"/>
            </a:endParaRPr>
          </a:p>
        </p:txBody>
      </p:sp>
      <p:sp>
        <p:nvSpPr>
          <p:cNvPr id="249" name="Google Shape;249;g3f692b189cf_2_182"/>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6B6478"/>
                </a:solidFill>
              </a:rPr>
              <a:t>Grade 4, Knowledge Unit 2 </a:t>
            </a:r>
            <a:r>
              <a:rPr b="0" i="1" lang="en-US" sz="900" u="none" cap="none" strike="noStrike">
                <a:solidFill>
                  <a:srgbClr val="6B6478"/>
                </a:solidFill>
                <a:latin typeface="Arial"/>
                <a:ea typeface="Arial"/>
                <a:cs typeface="Arial"/>
                <a:sym typeface="Arial"/>
              </a:rPr>
              <a:t> |  A Road to Belonging: The Great Migration</a:t>
            </a:r>
            <a:endParaRPr b="0" i="0" sz="900" u="none" cap="none" strike="noStrike">
              <a:solidFill>
                <a:schemeClr val="dk1"/>
              </a:solidFill>
              <a:latin typeface="Calibri"/>
              <a:ea typeface="Calibri"/>
              <a:cs typeface="Calibri"/>
              <a:sym typeface="Calibri"/>
            </a:endParaRPr>
          </a:p>
        </p:txBody>
      </p:sp>
      <p:sp>
        <p:nvSpPr>
          <p:cNvPr id="250" name="Google Shape;250;g3f692b189cf_2_182"/>
          <p:cNvSpPr/>
          <p:nvPr/>
        </p:nvSpPr>
        <p:spPr>
          <a:xfrm>
            <a:off x="8455914" y="4855464"/>
            <a:ext cx="3429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478"/>
              </a:buClr>
              <a:buSzPts val="900"/>
              <a:buFont typeface="Arial"/>
              <a:buNone/>
            </a:pPr>
            <a:r>
              <a:rPr b="0" i="0" lang="en-US" sz="900" u="none" cap="none" strike="noStrike">
                <a:solidFill>
                  <a:srgbClr val="6B6478"/>
                </a:solidFill>
                <a:latin typeface="Arial"/>
                <a:ea typeface="Arial"/>
                <a:cs typeface="Arial"/>
                <a:sym typeface="Arial"/>
              </a:rPr>
              <a:t>14</a:t>
            </a:r>
            <a:endParaRPr b="0" i="0" sz="900" u="none" cap="none" strike="noStrike">
              <a:solidFill>
                <a:schemeClr val="dk1"/>
              </a:solidFill>
              <a:latin typeface="Calibri"/>
              <a:ea typeface="Calibri"/>
              <a:cs typeface="Calibri"/>
              <a:sym typeface="Calibri"/>
            </a:endParaRPr>
          </a:p>
        </p:txBody>
      </p:sp>
      <p:sp>
        <p:nvSpPr>
          <p:cNvPr id="251" name="Google Shape;251;g3f692b189cf_2_182"/>
          <p:cNvSpPr/>
          <p:nvPr/>
        </p:nvSpPr>
        <p:spPr>
          <a:xfrm>
            <a:off x="476250" y="1007878"/>
            <a:ext cx="8191500" cy="1143000"/>
          </a:xfrm>
          <a:prstGeom prst="roundRect">
            <a:avLst>
              <a:gd fmla="val 8333" name="adj"/>
            </a:avLst>
          </a:prstGeom>
          <a:solidFill>
            <a:srgbClr val="FFF4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g3f692b189cf_2_182"/>
          <p:cNvSpPr/>
          <p:nvPr/>
        </p:nvSpPr>
        <p:spPr>
          <a:xfrm>
            <a:off x="476250" y="1007878"/>
            <a:ext cx="57300" cy="1143000"/>
          </a:xfrm>
          <a:prstGeom prst="roundRect">
            <a:avLst>
              <a:gd fmla="val 50000" name="adj"/>
            </a:avLst>
          </a:prstGeom>
          <a:solidFill>
            <a:srgbClr val="3928A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g3f692b189cf_2_182"/>
          <p:cNvSpPr txBox="1"/>
          <p:nvPr/>
        </p:nvSpPr>
        <p:spPr>
          <a:xfrm>
            <a:off x="723900" y="1103128"/>
            <a:ext cx="7753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3928AA"/>
                </a:solidFill>
                <a:latin typeface="Arial"/>
                <a:ea typeface="Arial"/>
                <a:cs typeface="Arial"/>
                <a:sym typeface="Arial"/>
              </a:rPr>
              <a:t>Essential Question</a:t>
            </a:r>
            <a:endParaRPr b="1">
              <a:solidFill>
                <a:srgbClr val="3928AA"/>
              </a:solidFill>
              <a:latin typeface="Arial"/>
              <a:ea typeface="Arial"/>
              <a:cs typeface="Arial"/>
              <a:sym typeface="Arial"/>
            </a:endParaRPr>
          </a:p>
          <a:p>
            <a:pPr indent="0" lvl="0" marL="0" rtl="0" algn="l">
              <a:spcBef>
                <a:spcPts val="600"/>
              </a:spcBef>
              <a:spcAft>
                <a:spcPts val="0"/>
              </a:spcAft>
              <a:buNone/>
            </a:pPr>
            <a:r>
              <a:rPr b="1" lang="en-US" sz="1800">
                <a:solidFill>
                  <a:srgbClr val="0E0142"/>
                </a:solidFill>
                <a:latin typeface="Arial"/>
                <a:ea typeface="Arial"/>
                <a:cs typeface="Arial"/>
                <a:sym typeface="Arial"/>
              </a:rPr>
              <a:t>[insert Essential Question text here]</a:t>
            </a:r>
            <a:endParaRPr b="1" sz="1800">
              <a:solidFill>
                <a:srgbClr val="0E0142"/>
              </a:solidFill>
              <a:latin typeface="Arial"/>
              <a:ea typeface="Arial"/>
              <a:cs typeface="Arial"/>
              <a:sym typeface="Arial"/>
            </a:endParaRPr>
          </a:p>
        </p:txBody>
      </p:sp>
      <p:sp>
        <p:nvSpPr>
          <p:cNvPr id="254" name="Google Shape;254;g3f692b189cf_2_182"/>
          <p:cNvSpPr/>
          <p:nvPr/>
        </p:nvSpPr>
        <p:spPr>
          <a:xfrm>
            <a:off x="476235" y="2389009"/>
            <a:ext cx="8181505" cy="2096613"/>
          </a:xfrm>
          <a:prstGeom prst="roundRect">
            <a:avLst>
              <a:gd fmla="val 3703" name="adj"/>
            </a:avLst>
          </a:prstGeom>
          <a:solidFill>
            <a:srgbClr val="FFFFFF"/>
          </a:solidFill>
          <a:ln cap="flat" cmpd="sng" w="19050">
            <a:solidFill>
              <a:srgbClr val="DCD6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g3f692b189cf_2_182"/>
          <p:cNvSpPr/>
          <p:nvPr/>
        </p:nvSpPr>
        <p:spPr>
          <a:xfrm>
            <a:off x="476235" y="2389009"/>
            <a:ext cx="8181505" cy="62118"/>
          </a:xfrm>
          <a:prstGeom prst="roundRect">
            <a:avLst>
              <a:gd fmla="val 50000" name="adj"/>
            </a:avLst>
          </a:prstGeom>
          <a:solidFill>
            <a:srgbClr val="F19A6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g3f692b189cf_2_182"/>
          <p:cNvSpPr txBox="1"/>
          <p:nvPr/>
        </p:nvSpPr>
        <p:spPr>
          <a:xfrm>
            <a:off x="870532" y="2544303"/>
            <a:ext cx="7392912" cy="139130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solidFill>
                  <a:srgbClr val="F19A65"/>
                </a:solidFill>
                <a:latin typeface="Arial"/>
                <a:ea typeface="Arial"/>
                <a:cs typeface="Arial"/>
                <a:sym typeface="Arial"/>
              </a:rPr>
              <a:t>Teaching Point</a:t>
            </a:r>
            <a:endParaRPr b="1">
              <a:solidFill>
                <a:srgbClr val="F19A65"/>
              </a:solidFill>
              <a:latin typeface="Arial"/>
              <a:ea typeface="Arial"/>
              <a:cs typeface="Arial"/>
              <a:sym typeface="Arial"/>
            </a:endParaRPr>
          </a:p>
          <a:p>
            <a:pPr indent="0" lvl="0" marL="0" rtl="0" algn="l">
              <a:spcBef>
                <a:spcPts val="900"/>
              </a:spcBef>
              <a:spcAft>
                <a:spcPts val="0"/>
              </a:spcAft>
              <a:buNone/>
            </a:pPr>
            <a:r>
              <a:rPr b="0" lang="en-US" sz="1800">
                <a:solidFill>
                  <a:srgbClr val="0E0142"/>
                </a:solidFill>
                <a:latin typeface="Arial"/>
                <a:ea typeface="Arial"/>
                <a:cs typeface="Arial"/>
                <a:sym typeface="Arial"/>
              </a:rPr>
              <a:t>[insert teaching point text exactly as written in the beginning of the lesson here]</a:t>
            </a:r>
            <a:endParaRPr b="0" sz="1800">
              <a:solidFill>
                <a:srgbClr val="0E014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8AA"/>
        </a:solidFill>
      </p:bgPr>
    </p:bg>
    <p:spTree>
      <p:nvGrpSpPr>
        <p:cNvPr id="261" name="Shape 261"/>
        <p:cNvGrpSpPr/>
        <p:nvPr/>
      </p:nvGrpSpPr>
      <p:grpSpPr>
        <a:xfrm>
          <a:off x="0" y="0"/>
          <a:ext cx="0" cy="0"/>
          <a:chOff x="0" y="0"/>
          <a:chExt cx="0" cy="0"/>
        </a:xfrm>
      </p:grpSpPr>
      <p:sp>
        <p:nvSpPr>
          <p:cNvPr id="262" name="Google Shape;262;g3f692b189cf_2_194"/>
          <p:cNvSpPr/>
          <p:nvPr/>
        </p:nvSpPr>
        <p:spPr>
          <a:xfrm>
            <a:off x="8661654" y="4800600"/>
            <a:ext cx="2742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558"/>
              </a:buClr>
              <a:buSzPts val="750"/>
              <a:buFont typeface="Calibri"/>
              <a:buNone/>
            </a:pPr>
            <a:r>
              <a:rPr b="0" i="0" lang="en-US" sz="750" u="none" cap="none" strike="noStrike">
                <a:solidFill>
                  <a:srgbClr val="6B6558"/>
                </a:solidFill>
                <a:latin typeface="Calibri"/>
                <a:ea typeface="Calibri"/>
                <a:cs typeface="Calibri"/>
                <a:sym typeface="Calibri"/>
              </a:rPr>
              <a:t>5</a:t>
            </a:r>
            <a:endParaRPr b="0" i="0" sz="750" u="none" cap="none" strike="noStrike">
              <a:solidFill>
                <a:srgbClr val="000000"/>
              </a:solidFill>
              <a:latin typeface="Calibri"/>
              <a:ea typeface="Calibri"/>
              <a:cs typeface="Calibri"/>
              <a:sym typeface="Calibri"/>
            </a:endParaRPr>
          </a:p>
        </p:txBody>
      </p:sp>
      <p:sp>
        <p:nvSpPr>
          <p:cNvPr id="263" name="Google Shape;263;g3f692b189cf_2_194"/>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FFFFFF"/>
                </a:solidFill>
              </a:rPr>
              <a:t>Grade 4, Knowledge Unit 2 </a:t>
            </a:r>
            <a:r>
              <a:rPr b="0" i="1" lang="en-US" sz="900" u="none" cap="none" strike="noStrike">
                <a:solidFill>
                  <a:srgbClr val="FFFFFF"/>
                </a:solidFill>
                <a:latin typeface="Arial"/>
                <a:ea typeface="Arial"/>
                <a:cs typeface="Arial"/>
                <a:sym typeface="Arial"/>
              </a:rPr>
              <a:t> |  A Road to Belonging: The Great Migration</a:t>
            </a:r>
            <a:endParaRPr b="0" i="0" sz="900" u="none" cap="none" strike="noStrike">
              <a:solidFill>
                <a:srgbClr val="FFFFFF"/>
              </a:solidFill>
              <a:latin typeface="Calibri"/>
              <a:ea typeface="Calibri"/>
              <a:cs typeface="Calibri"/>
              <a:sym typeface="Calibri"/>
            </a:endParaRPr>
          </a:p>
        </p:txBody>
      </p:sp>
      <p:sp>
        <p:nvSpPr>
          <p:cNvPr id="264" name="Google Shape;264;g3f692b189cf_2_194"/>
          <p:cNvSpPr/>
          <p:nvPr/>
        </p:nvSpPr>
        <p:spPr>
          <a:xfrm>
            <a:off x="42176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65" name="Google Shape;265;g3f692b189cf_2_194"/>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266" name="Google Shape;266;g3f692b189cf_2_194"/>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sp>
        <p:nvSpPr>
          <p:cNvPr id="267" name="Google Shape;267;g3f692b189cf_2_194"/>
          <p:cNvSpPr/>
          <p:nvPr/>
        </p:nvSpPr>
        <p:spPr>
          <a:xfrm>
            <a:off x="42176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68" name="Google Shape;268;g3f692b189cf_2_194"/>
          <p:cNvSpPr/>
          <p:nvPr/>
        </p:nvSpPr>
        <p:spPr>
          <a:xfrm>
            <a:off x="134759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269" name="Google Shape;269;g3f692b189cf_2_194"/>
          <p:cNvSpPr/>
          <p:nvPr/>
        </p:nvSpPr>
        <p:spPr>
          <a:xfrm>
            <a:off x="62750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270" name="Google Shape;270;g3f692b189cf_2_194"/>
          <p:cNvSpPr/>
          <p:nvPr/>
        </p:nvSpPr>
        <p:spPr>
          <a:xfrm>
            <a:off x="4776597" y="308610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71" name="Google Shape;271;g3f692b189cf_2_194"/>
          <p:cNvSpPr/>
          <p:nvPr/>
        </p:nvSpPr>
        <p:spPr>
          <a:xfrm>
            <a:off x="570242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272" name="Google Shape;272;g3f692b189cf_2_194"/>
          <p:cNvSpPr/>
          <p:nvPr/>
        </p:nvSpPr>
        <p:spPr>
          <a:xfrm>
            <a:off x="498233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273" name="Google Shape;273;g3f692b189cf_2_194"/>
          <p:cNvSpPr/>
          <p:nvPr/>
        </p:nvSpPr>
        <p:spPr>
          <a:xfrm>
            <a:off x="477659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74" name="Google Shape;274;g3f692b189cf_2_194"/>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275" name="Google Shape;275;g3f692b189cf_2_194"/>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pic>
        <p:nvPicPr>
          <p:cNvPr id="276" name="Google Shape;276;g3f692b189cf_2_194" title="K12__RedThread_Icon_Color.png"/>
          <p:cNvPicPr preferRelativeResize="0"/>
          <p:nvPr/>
        </p:nvPicPr>
        <p:blipFill>
          <a:blip r:embed="rId3">
            <a:alphaModFix/>
          </a:blip>
          <a:stretch>
            <a:fillRect/>
          </a:stretch>
        </p:blipFill>
        <p:spPr>
          <a:xfrm>
            <a:off x="672100" y="1191000"/>
            <a:ext cx="566800" cy="566800"/>
          </a:xfrm>
          <a:prstGeom prst="rect">
            <a:avLst/>
          </a:prstGeom>
          <a:noFill/>
          <a:ln>
            <a:noFill/>
          </a:ln>
        </p:spPr>
      </p:pic>
      <p:pic>
        <p:nvPicPr>
          <p:cNvPr id="277" name="Google Shape;277;g3f692b189cf_2_194" title="K12__RedThread_Icon_Color.png"/>
          <p:cNvPicPr preferRelativeResize="0"/>
          <p:nvPr/>
        </p:nvPicPr>
        <p:blipFill>
          <a:blip r:embed="rId3">
            <a:alphaModFix/>
          </a:blip>
          <a:stretch>
            <a:fillRect/>
          </a:stretch>
        </p:blipFill>
        <p:spPr>
          <a:xfrm>
            <a:off x="5004000" y="1191000"/>
            <a:ext cx="566800" cy="566800"/>
          </a:xfrm>
          <a:prstGeom prst="rect">
            <a:avLst/>
          </a:prstGeom>
          <a:noFill/>
          <a:ln>
            <a:noFill/>
          </a:ln>
        </p:spPr>
      </p:pic>
      <p:pic>
        <p:nvPicPr>
          <p:cNvPr id="278" name="Google Shape;278;g3f692b189cf_2_194" title="K12__RedThread_Icon_Color.png"/>
          <p:cNvPicPr preferRelativeResize="0"/>
          <p:nvPr/>
        </p:nvPicPr>
        <p:blipFill>
          <a:blip r:embed="rId3">
            <a:alphaModFix/>
          </a:blip>
          <a:stretch>
            <a:fillRect/>
          </a:stretch>
        </p:blipFill>
        <p:spPr>
          <a:xfrm>
            <a:off x="672100" y="3179825"/>
            <a:ext cx="566800" cy="566800"/>
          </a:xfrm>
          <a:prstGeom prst="rect">
            <a:avLst/>
          </a:prstGeom>
          <a:noFill/>
          <a:ln>
            <a:noFill/>
          </a:ln>
        </p:spPr>
      </p:pic>
      <p:pic>
        <p:nvPicPr>
          <p:cNvPr id="279" name="Google Shape;279;g3f692b189cf_2_194" title="K12__RedThread_Icon_Color.png"/>
          <p:cNvPicPr preferRelativeResize="0"/>
          <p:nvPr/>
        </p:nvPicPr>
        <p:blipFill>
          <a:blip r:embed="rId3">
            <a:alphaModFix/>
          </a:blip>
          <a:stretch>
            <a:fillRect/>
          </a:stretch>
        </p:blipFill>
        <p:spPr>
          <a:xfrm>
            <a:off x="5004000" y="3179825"/>
            <a:ext cx="566800" cy="566800"/>
          </a:xfrm>
          <a:prstGeom prst="rect">
            <a:avLst/>
          </a:prstGeom>
          <a:noFill/>
          <a:ln>
            <a:noFill/>
          </a:ln>
        </p:spPr>
      </p:pic>
      <p:sp>
        <p:nvSpPr>
          <p:cNvPr id="280" name="Google Shape;280;g3f692b189cf_2_194"/>
          <p:cNvSpPr/>
          <p:nvPr/>
        </p:nvSpPr>
        <p:spPr>
          <a:xfrm>
            <a:off x="617220" y="342900"/>
            <a:ext cx="75438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Lesson Vocabulary </a:t>
            </a:r>
            <a:r>
              <a:rPr b="1" i="0" lang="en-US" sz="2550" u="none" cap="none" strike="noStrike">
                <a:solidFill>
                  <a:schemeClr val="lt1"/>
                </a:solidFill>
                <a:latin typeface="Arial"/>
                <a:ea typeface="Arial"/>
                <a:cs typeface="Arial"/>
                <a:sym typeface="Arial"/>
              </a:rPr>
              <a:t>Review</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8AA"/>
        </a:solidFill>
      </p:bgPr>
    </p:bg>
    <p:spTree>
      <p:nvGrpSpPr>
        <p:cNvPr id="285" name="Shape 285"/>
        <p:cNvGrpSpPr/>
        <p:nvPr/>
      </p:nvGrpSpPr>
      <p:grpSpPr>
        <a:xfrm>
          <a:off x="0" y="0"/>
          <a:ext cx="0" cy="0"/>
          <a:chOff x="0" y="0"/>
          <a:chExt cx="0" cy="0"/>
        </a:xfrm>
      </p:grpSpPr>
      <p:sp>
        <p:nvSpPr>
          <p:cNvPr id="286" name="Google Shape;286;g3f6e8a36f36_0_76"/>
          <p:cNvSpPr/>
          <p:nvPr/>
        </p:nvSpPr>
        <p:spPr>
          <a:xfrm>
            <a:off x="8661654" y="4800600"/>
            <a:ext cx="2742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558"/>
              </a:buClr>
              <a:buSzPts val="750"/>
              <a:buFont typeface="Calibri"/>
              <a:buNone/>
            </a:pPr>
            <a:r>
              <a:rPr b="0" i="0" lang="en-US" sz="750" u="none" cap="none" strike="noStrike">
                <a:solidFill>
                  <a:srgbClr val="6B6558"/>
                </a:solidFill>
                <a:latin typeface="Calibri"/>
                <a:ea typeface="Calibri"/>
                <a:cs typeface="Calibri"/>
                <a:sym typeface="Calibri"/>
              </a:rPr>
              <a:t>5</a:t>
            </a:r>
            <a:endParaRPr b="0" i="0" sz="750" u="none" cap="none" strike="noStrike">
              <a:solidFill>
                <a:srgbClr val="000000"/>
              </a:solidFill>
              <a:latin typeface="Calibri"/>
              <a:ea typeface="Calibri"/>
              <a:cs typeface="Calibri"/>
              <a:sym typeface="Calibri"/>
            </a:endParaRPr>
          </a:p>
        </p:txBody>
      </p:sp>
      <p:sp>
        <p:nvSpPr>
          <p:cNvPr id="287" name="Google Shape;287;g3f6e8a36f36_0_76"/>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FFFFFF"/>
                </a:solidFill>
              </a:rPr>
              <a:t>Grade 4, Knowledge Unit 2 </a:t>
            </a:r>
            <a:r>
              <a:rPr b="0" i="1" lang="en-US" sz="900" u="none" cap="none" strike="noStrike">
                <a:solidFill>
                  <a:srgbClr val="FFFFFF"/>
                </a:solidFill>
                <a:latin typeface="Arial"/>
                <a:ea typeface="Arial"/>
                <a:cs typeface="Arial"/>
                <a:sym typeface="Arial"/>
              </a:rPr>
              <a:t> |  A Road to Belonging: The Great Migration</a:t>
            </a:r>
            <a:endParaRPr b="0" i="0" sz="900" u="none" cap="none" strike="noStrike">
              <a:solidFill>
                <a:srgbClr val="FFFFFF"/>
              </a:solidFill>
              <a:latin typeface="Calibri"/>
              <a:ea typeface="Calibri"/>
              <a:cs typeface="Calibri"/>
              <a:sym typeface="Calibri"/>
            </a:endParaRPr>
          </a:p>
        </p:txBody>
      </p:sp>
      <p:sp>
        <p:nvSpPr>
          <p:cNvPr id="288" name="Google Shape;288;g3f6e8a36f36_0_76"/>
          <p:cNvSpPr/>
          <p:nvPr/>
        </p:nvSpPr>
        <p:spPr>
          <a:xfrm>
            <a:off x="42176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89" name="Google Shape;289;g3f6e8a36f36_0_76"/>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290" name="Google Shape;290;g3f6e8a36f36_0_76"/>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sp>
        <p:nvSpPr>
          <p:cNvPr id="291" name="Google Shape;291;g3f6e8a36f36_0_76"/>
          <p:cNvSpPr/>
          <p:nvPr/>
        </p:nvSpPr>
        <p:spPr>
          <a:xfrm>
            <a:off x="421784" y="3086100"/>
            <a:ext cx="82980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92" name="Google Shape;292;g3f6e8a36f36_0_76"/>
          <p:cNvSpPr/>
          <p:nvPr/>
        </p:nvSpPr>
        <p:spPr>
          <a:xfrm>
            <a:off x="1347597" y="332613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293" name="Google Shape;293;g3f6e8a36f36_0_76"/>
          <p:cNvSpPr/>
          <p:nvPr/>
        </p:nvSpPr>
        <p:spPr>
          <a:xfrm>
            <a:off x="627507" y="397764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sp>
        <p:nvSpPr>
          <p:cNvPr id="294" name="Google Shape;294;g3f6e8a36f36_0_76"/>
          <p:cNvSpPr/>
          <p:nvPr/>
        </p:nvSpPr>
        <p:spPr>
          <a:xfrm>
            <a:off x="4776597" y="1097280"/>
            <a:ext cx="3943200" cy="17145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295" name="Google Shape;295;g3f6e8a36f36_0_76"/>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296" name="Google Shape;296;g3f6e8a36f36_0_76"/>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pic>
        <p:nvPicPr>
          <p:cNvPr id="297" name="Google Shape;297;g3f6e8a36f36_0_76" title="K12__RedThread_Icon_Color.png"/>
          <p:cNvPicPr preferRelativeResize="0"/>
          <p:nvPr/>
        </p:nvPicPr>
        <p:blipFill>
          <a:blip r:embed="rId3">
            <a:alphaModFix/>
          </a:blip>
          <a:stretch>
            <a:fillRect/>
          </a:stretch>
        </p:blipFill>
        <p:spPr>
          <a:xfrm>
            <a:off x="672100" y="1191000"/>
            <a:ext cx="566800" cy="566800"/>
          </a:xfrm>
          <a:prstGeom prst="rect">
            <a:avLst/>
          </a:prstGeom>
          <a:noFill/>
          <a:ln>
            <a:noFill/>
          </a:ln>
        </p:spPr>
      </p:pic>
      <p:pic>
        <p:nvPicPr>
          <p:cNvPr id="298" name="Google Shape;298;g3f6e8a36f36_0_76" title="K12__RedThread_Icon_Color.png"/>
          <p:cNvPicPr preferRelativeResize="0"/>
          <p:nvPr/>
        </p:nvPicPr>
        <p:blipFill>
          <a:blip r:embed="rId3">
            <a:alphaModFix/>
          </a:blip>
          <a:stretch>
            <a:fillRect/>
          </a:stretch>
        </p:blipFill>
        <p:spPr>
          <a:xfrm>
            <a:off x="5004000" y="1191000"/>
            <a:ext cx="566800" cy="566800"/>
          </a:xfrm>
          <a:prstGeom prst="rect">
            <a:avLst/>
          </a:prstGeom>
          <a:noFill/>
          <a:ln>
            <a:noFill/>
          </a:ln>
        </p:spPr>
      </p:pic>
      <p:pic>
        <p:nvPicPr>
          <p:cNvPr id="299" name="Google Shape;299;g3f6e8a36f36_0_76" title="K12__RedThread_Icon_Color.png"/>
          <p:cNvPicPr preferRelativeResize="0"/>
          <p:nvPr/>
        </p:nvPicPr>
        <p:blipFill>
          <a:blip r:embed="rId3">
            <a:alphaModFix/>
          </a:blip>
          <a:stretch>
            <a:fillRect/>
          </a:stretch>
        </p:blipFill>
        <p:spPr>
          <a:xfrm>
            <a:off x="672100" y="3179825"/>
            <a:ext cx="566800" cy="566800"/>
          </a:xfrm>
          <a:prstGeom prst="rect">
            <a:avLst/>
          </a:prstGeom>
          <a:noFill/>
          <a:ln>
            <a:noFill/>
          </a:ln>
        </p:spPr>
      </p:pic>
      <p:sp>
        <p:nvSpPr>
          <p:cNvPr id="300" name="Google Shape;300;g3f6e8a36f36_0_76"/>
          <p:cNvSpPr/>
          <p:nvPr/>
        </p:nvSpPr>
        <p:spPr>
          <a:xfrm>
            <a:off x="617220" y="342900"/>
            <a:ext cx="75438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Lesson Vocabulary </a:t>
            </a:r>
            <a:r>
              <a:rPr b="1" i="0" lang="en-US" sz="2550" u="none" cap="none" strike="noStrike">
                <a:solidFill>
                  <a:schemeClr val="lt1"/>
                </a:solidFill>
                <a:latin typeface="Arial"/>
                <a:ea typeface="Arial"/>
                <a:cs typeface="Arial"/>
                <a:sym typeface="Arial"/>
              </a:rPr>
              <a:t>Review </a:t>
            </a:r>
            <a:r>
              <a:rPr b="1" lang="en-US" sz="2550">
                <a:solidFill>
                  <a:schemeClr val="lt1"/>
                </a:solidFill>
              </a:rPr>
              <a:t>(continued)</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8AA"/>
        </a:solidFill>
      </p:bgPr>
    </p:bg>
    <p:spTree>
      <p:nvGrpSpPr>
        <p:cNvPr id="305" name="Shape 305"/>
        <p:cNvGrpSpPr/>
        <p:nvPr/>
      </p:nvGrpSpPr>
      <p:grpSpPr>
        <a:xfrm>
          <a:off x="0" y="0"/>
          <a:ext cx="0" cy="0"/>
          <a:chOff x="0" y="0"/>
          <a:chExt cx="0" cy="0"/>
        </a:xfrm>
      </p:grpSpPr>
      <p:sp>
        <p:nvSpPr>
          <p:cNvPr id="306" name="Google Shape;306;g3f6e8a36f36_0_134"/>
          <p:cNvSpPr/>
          <p:nvPr/>
        </p:nvSpPr>
        <p:spPr>
          <a:xfrm>
            <a:off x="8661654" y="4800600"/>
            <a:ext cx="2742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6558"/>
              </a:buClr>
              <a:buSzPts val="750"/>
              <a:buFont typeface="Calibri"/>
              <a:buNone/>
            </a:pPr>
            <a:r>
              <a:rPr b="0" i="0" lang="en-US" sz="750" u="none" cap="none" strike="noStrike">
                <a:solidFill>
                  <a:srgbClr val="6B6558"/>
                </a:solidFill>
                <a:latin typeface="Calibri"/>
                <a:ea typeface="Calibri"/>
                <a:cs typeface="Calibri"/>
                <a:sym typeface="Calibri"/>
              </a:rPr>
              <a:t>5</a:t>
            </a:r>
            <a:endParaRPr b="0" i="0" sz="750" u="none" cap="none" strike="noStrike">
              <a:solidFill>
                <a:srgbClr val="000000"/>
              </a:solidFill>
              <a:latin typeface="Calibri"/>
              <a:ea typeface="Calibri"/>
              <a:cs typeface="Calibri"/>
              <a:sym typeface="Calibri"/>
            </a:endParaRPr>
          </a:p>
        </p:txBody>
      </p:sp>
      <p:sp>
        <p:nvSpPr>
          <p:cNvPr id="307" name="Google Shape;307;g3f6e8a36f36_0_134"/>
          <p:cNvSpPr/>
          <p:nvPr/>
        </p:nvSpPr>
        <p:spPr>
          <a:xfrm>
            <a:off x="342900" y="4855464"/>
            <a:ext cx="6172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6478"/>
              </a:buClr>
              <a:buSzPts val="900"/>
              <a:buFont typeface="Arial"/>
              <a:buNone/>
            </a:pPr>
            <a:r>
              <a:rPr i="1" lang="en-US" sz="900">
                <a:solidFill>
                  <a:srgbClr val="FFFFFF"/>
                </a:solidFill>
              </a:rPr>
              <a:t>Grade 4, Knowledge Unit 2 </a:t>
            </a:r>
            <a:r>
              <a:rPr b="0" i="1" lang="en-US" sz="900" u="none" cap="none" strike="noStrike">
                <a:solidFill>
                  <a:srgbClr val="FFFFFF"/>
                </a:solidFill>
                <a:latin typeface="Arial"/>
                <a:ea typeface="Arial"/>
                <a:cs typeface="Arial"/>
                <a:sym typeface="Arial"/>
              </a:rPr>
              <a:t> |  A Road to Belonging: The Great Migration</a:t>
            </a:r>
            <a:endParaRPr b="0" i="0" sz="900" u="none" cap="none" strike="noStrike">
              <a:solidFill>
                <a:srgbClr val="FFFFFF"/>
              </a:solidFill>
              <a:latin typeface="Calibri"/>
              <a:ea typeface="Calibri"/>
              <a:cs typeface="Calibri"/>
              <a:sym typeface="Calibri"/>
            </a:endParaRPr>
          </a:p>
        </p:txBody>
      </p:sp>
      <p:sp>
        <p:nvSpPr>
          <p:cNvPr id="308" name="Google Shape;308;g3f6e8a36f36_0_134"/>
          <p:cNvSpPr/>
          <p:nvPr/>
        </p:nvSpPr>
        <p:spPr>
          <a:xfrm>
            <a:off x="421775" y="1097270"/>
            <a:ext cx="3943200" cy="35253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309" name="Google Shape;309;g3f6e8a36f36_0_134"/>
          <p:cNvSpPr/>
          <p:nvPr/>
        </p:nvSpPr>
        <p:spPr>
          <a:xfrm>
            <a:off x="134759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i="0" sz="1800" u="none" cap="none" strike="noStrike">
              <a:solidFill>
                <a:srgbClr val="110045"/>
              </a:solidFill>
            </a:endParaRPr>
          </a:p>
        </p:txBody>
      </p:sp>
      <p:sp>
        <p:nvSpPr>
          <p:cNvPr id="310" name="Google Shape;310;g3f6e8a36f36_0_134"/>
          <p:cNvSpPr/>
          <p:nvPr/>
        </p:nvSpPr>
        <p:spPr>
          <a:xfrm>
            <a:off x="62750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p:txBody>
      </p:sp>
      <p:sp>
        <p:nvSpPr>
          <p:cNvPr id="311" name="Google Shape;311;g3f6e8a36f36_0_134"/>
          <p:cNvSpPr/>
          <p:nvPr/>
        </p:nvSpPr>
        <p:spPr>
          <a:xfrm>
            <a:off x="4776600" y="1097270"/>
            <a:ext cx="3943200" cy="3525300"/>
          </a:xfrm>
          <a:prstGeom prst="roundRect">
            <a:avLst>
              <a:gd fmla="val 4000" name="adj"/>
            </a:avLst>
          </a:prstGeom>
          <a:solidFill>
            <a:schemeClr val="lt1"/>
          </a:solidFill>
          <a:ln cap="flat" cmpd="sng" w="9525">
            <a:solidFill>
              <a:srgbClr val="FFAB7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AB7B"/>
              </a:solidFill>
              <a:latin typeface="Arial"/>
              <a:ea typeface="Arial"/>
              <a:cs typeface="Arial"/>
              <a:sym typeface="Arial"/>
            </a:endParaRPr>
          </a:p>
        </p:txBody>
      </p:sp>
      <p:sp>
        <p:nvSpPr>
          <p:cNvPr id="312" name="Google Shape;312;g3f6e8a36f36_0_134"/>
          <p:cNvSpPr/>
          <p:nvPr/>
        </p:nvSpPr>
        <p:spPr>
          <a:xfrm>
            <a:off x="5702427" y="1337310"/>
            <a:ext cx="284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63B"/>
              </a:buClr>
              <a:buSzPts val="1425"/>
              <a:buFont typeface="Cambria"/>
              <a:buNone/>
            </a:pPr>
            <a:r>
              <a:rPr b="1" i="0" lang="en-US" sz="1800" u="none" cap="none" strike="noStrike">
                <a:solidFill>
                  <a:srgbClr val="110045"/>
                </a:solidFill>
              </a:rPr>
              <a:t>[word]</a:t>
            </a:r>
            <a:endParaRPr b="1" i="0" sz="1800" u="none" cap="none" strike="noStrike">
              <a:solidFill>
                <a:srgbClr val="110045"/>
              </a:solidFill>
            </a:endParaRPr>
          </a:p>
        </p:txBody>
      </p:sp>
      <p:sp>
        <p:nvSpPr>
          <p:cNvPr id="313" name="Google Shape;313;g3f6e8a36f36_0_134"/>
          <p:cNvSpPr/>
          <p:nvPr/>
        </p:nvSpPr>
        <p:spPr>
          <a:xfrm>
            <a:off x="4982337" y="1988820"/>
            <a:ext cx="3531900" cy="6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322E"/>
              </a:buClr>
              <a:buSzPts val="1050"/>
              <a:buFont typeface="Calibri"/>
              <a:buNone/>
            </a:pPr>
            <a:r>
              <a:rPr i="0" lang="en-US" sz="1600" u="none" cap="none" strike="noStrike">
                <a:solidFill>
                  <a:srgbClr val="110045"/>
                </a:solidFill>
              </a:rPr>
              <a:t>[definition]</a:t>
            </a:r>
            <a:endParaRPr i="0" sz="1600" u="none" cap="none" strike="noStrike">
              <a:solidFill>
                <a:srgbClr val="110045"/>
              </a:solidFill>
            </a:endParaRPr>
          </a:p>
          <a:p>
            <a:pPr indent="0" lvl="0" marL="0" marR="0" rtl="0" algn="l">
              <a:lnSpc>
                <a:spcPct val="115000"/>
              </a:lnSpc>
              <a:spcBef>
                <a:spcPts val="0"/>
              </a:spcBef>
              <a:spcAft>
                <a:spcPts val="0"/>
              </a:spcAft>
              <a:buClr>
                <a:srgbClr val="33322E"/>
              </a:buClr>
              <a:buSzPts val="1050"/>
              <a:buFont typeface="Calibri"/>
              <a:buNone/>
            </a:pPr>
            <a:r>
              <a:t/>
            </a:r>
            <a:endParaRPr i="0" sz="1600" u="none" cap="none" strike="noStrike">
              <a:solidFill>
                <a:srgbClr val="110045"/>
              </a:solidFill>
            </a:endParaRPr>
          </a:p>
        </p:txBody>
      </p:sp>
      <p:pic>
        <p:nvPicPr>
          <p:cNvPr id="314" name="Google Shape;314;g3f6e8a36f36_0_134" title="K12__RedThread_Icon_Color.png"/>
          <p:cNvPicPr preferRelativeResize="0"/>
          <p:nvPr/>
        </p:nvPicPr>
        <p:blipFill>
          <a:blip r:embed="rId3">
            <a:alphaModFix/>
          </a:blip>
          <a:stretch>
            <a:fillRect/>
          </a:stretch>
        </p:blipFill>
        <p:spPr>
          <a:xfrm>
            <a:off x="672100" y="1191000"/>
            <a:ext cx="566800" cy="566800"/>
          </a:xfrm>
          <a:prstGeom prst="rect">
            <a:avLst/>
          </a:prstGeom>
          <a:noFill/>
          <a:ln>
            <a:noFill/>
          </a:ln>
        </p:spPr>
      </p:pic>
      <p:pic>
        <p:nvPicPr>
          <p:cNvPr id="315" name="Google Shape;315;g3f6e8a36f36_0_134" title="K12__RedThread_Icon_Color.png"/>
          <p:cNvPicPr preferRelativeResize="0"/>
          <p:nvPr/>
        </p:nvPicPr>
        <p:blipFill>
          <a:blip r:embed="rId3">
            <a:alphaModFix/>
          </a:blip>
          <a:stretch>
            <a:fillRect/>
          </a:stretch>
        </p:blipFill>
        <p:spPr>
          <a:xfrm>
            <a:off x="5004000" y="1191000"/>
            <a:ext cx="566800" cy="566800"/>
          </a:xfrm>
          <a:prstGeom prst="rect">
            <a:avLst/>
          </a:prstGeom>
          <a:noFill/>
          <a:ln>
            <a:noFill/>
          </a:ln>
        </p:spPr>
      </p:pic>
      <p:sp>
        <p:nvSpPr>
          <p:cNvPr id="316" name="Google Shape;316;g3f6e8a36f36_0_134"/>
          <p:cNvSpPr/>
          <p:nvPr/>
        </p:nvSpPr>
        <p:spPr>
          <a:xfrm>
            <a:off x="617220" y="342900"/>
            <a:ext cx="7543800" cy="54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Lesson Vocabulary </a:t>
            </a:r>
            <a:r>
              <a:rPr b="1" i="0" lang="en-US" sz="2550" u="none" cap="none" strike="noStrike">
                <a:solidFill>
                  <a:schemeClr val="lt1"/>
                </a:solidFill>
                <a:latin typeface="Arial"/>
                <a:ea typeface="Arial"/>
                <a:cs typeface="Arial"/>
                <a:sym typeface="Arial"/>
              </a:rPr>
              <a:t>Review (continued)</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2026-08-06T21:15:40Z</dcterms:created>
  <dc:creator>PptxGenJS</dc:creator>
</cp:coreProperties>
</file>